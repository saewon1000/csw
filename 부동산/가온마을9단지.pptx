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6" r:id="rId2"/>
    <p:sldId id="257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34323F-1ADB-4AB6-B0D8-1B1AFCDC436F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318458-9E72-4799-BF86-5EA6D01704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547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6329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D2AC2-0600-B812-AE61-AB4B5C16C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D67199-A83A-0D80-4C88-33C31B8F3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836652-3293-A5CD-B6D9-1E76AEDE3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094C6E-A8BD-15AD-B6BA-CEFF9C97E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9116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FE598-5074-A0BB-AC58-AB55852F8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A8F85C-8574-2EB2-2B56-6B2CECC65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09ED85-DBF4-6FBD-EB48-1B780431A4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4A294-C87C-8E3F-8ABA-8E0D623E6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4715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7A178-13A7-0998-2A0B-29E928223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2D258C-6CF6-8EFB-9686-91C594448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5821A-F40F-4A3D-7AC8-617E15141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17B07C-4951-075C-BC92-885E1D0C6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69942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AD7DA-AA19-EB5E-70CC-14AFB8F8E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76B2272-9F68-4404-A8CD-EF1523E785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D41448-D500-DAB0-5D5E-7FC1EBBAE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3C3789-B493-EF91-1014-58E0BCD4BE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91563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CD2D1-474B-B065-478E-AE0057DBF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EAC89A-DA02-0D27-7DF6-D77EB714F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568CC0-3666-7EA2-FF23-52B47EAA1D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6B1A8E-2D1E-AFD3-87D1-22626F60F1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2803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7466D6-8235-16C3-DAB2-AA7A998275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3B57631-A475-9485-753C-FD52D1121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3DC127-3B04-6530-710D-CDF6BA30F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2C2B67-DBC0-B062-62AD-9391358BC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92B5A1-132F-FF97-147E-CF33946A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1512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40B2FD-816F-2A6F-955D-42637428E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920733-7EAD-BB02-6AC9-99A24139CD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6FF63A-4076-12C4-47EC-54E9596F8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188F34-8F21-99BE-64F2-98164DEFF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6F559A-8DAF-7AF0-1289-5B77C151E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800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DB13F5-EA7B-AB10-AB15-4DEBD2013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76CE97-DE79-40F6-852F-54C73F826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4C2D5E-A291-5221-3B2E-32EB8EF1D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1BD78-DF96-FA1C-F4B5-39B11EAD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8FF9DA-C8CA-9B15-34F8-59D0BCE4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470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DA4DBF-7E05-DCF0-96F8-8B59C60AB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816A32-2AA4-A3BD-2494-FC24A1FEBC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0F2352C-0FEE-D9BF-3E98-3BDF6A9F4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EC46AD-231E-047B-5045-DA5A14458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62C2CD-929D-4191-B356-C8814E46C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BDA7E9-B514-905A-13F2-B1D7135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9332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486BBA-3C94-FE29-BCEB-A48D92EFC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F7667C-C53D-B482-65CB-1A36F04A4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72F7BC-0C2F-A5F3-FACE-5A0F4644B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35DCE1F-F1EB-58C6-ED7A-BFA63BAF76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3127D7-7A94-A4F7-D27F-5228BC3CFC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F659F1B-5470-A01C-0D32-AA51C0D42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64B3738-ADDC-4C92-48B8-C748EAA31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5D4F83E-6DC0-FE8C-F9D5-E57D6283A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936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D0B61-EC0F-0E5F-9D55-3E80F36FD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C611F83-B3FC-E709-42E6-8E98BE36A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8E5CC4-CB11-114C-EF65-BFB8EAB4F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DF4FCD-29E1-8F1A-2A0A-CC5B37103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5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08910ED-3E45-4E91-8D99-0DDD28D60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2922E7B-9FC0-4919-6BD3-DE651AA94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09A2CA-8708-C381-BE9D-E7925B82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3455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7536B7-C6C4-C0D2-293C-9805ABD5C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958111-E7FA-7140-4E11-6A5E8A004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7014F9-A481-7263-A554-264398E1BE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5721CD-B2E7-5B96-BCDC-381D2C0EC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460195-4530-B27B-6CC8-284984251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AA8EDE6-538E-9013-B7A5-6769A40CF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811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5E0636-A322-ED76-1E8C-1907A841D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A3FA479-446D-D91A-1CCE-DEE5B09016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FCF4D7-3BE2-09FF-0647-C050A24D2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9230B7-743C-5469-929A-B3CA0A466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6EDB69D-C88A-AF42-B0BD-E039C7B47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074972-1735-F65F-8A0B-1AD10FD2F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14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2E7714-37FB-0197-D766-4ADA181CD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A5F8E6-A7C9-71B7-E6EB-A9D338A8D7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4212F1-EE67-A34D-F370-46BEEEA3C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6AF04-EF19-748A-F01C-890621B32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64C881-13CD-0255-379D-DA062BCC1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79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E810845-B97C-3B16-0AEC-0EB21CC16D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EAD50C3-BD07-F29A-57D0-024462FEA0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AFEC12-2EBA-CFF7-6B77-89073AB7F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7D8631-7365-B389-8B6B-3693C1F6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3EB1D59-A02E-89DA-D4D9-0B8259A59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825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FDD01D1-9588-6830-6111-349959B10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63C7BE-8DA0-9E04-2619-A5306CB19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A11F83-A589-594A-A9DA-2B2B00178C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E642E8-9A08-43B7-9C9C-D45DDC7423F4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10B63-DD23-1706-82CC-E3E89DB2E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1F99DE-A0A0-FC38-5C0D-F15EA8B4C6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7997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E9D2F-31BA-4F9B-3EB5-8DE1E1C87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589761-46DF-7368-230E-5F03FD43DF8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28" y="0"/>
            <a:ext cx="7917543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25968940-4606-934A-0578-1F9356C438DB}"/>
              </a:ext>
            </a:extLst>
          </p:cNvPr>
          <p:cNvSpPr/>
          <p:nvPr/>
        </p:nvSpPr>
        <p:spPr>
          <a:xfrm>
            <a:off x="2546350" y="4464050"/>
            <a:ext cx="1460500" cy="10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/>
              <a:t>침대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E243642-4027-50B1-293C-D8D6AA437D44}"/>
              </a:ext>
            </a:extLst>
          </p:cNvPr>
          <p:cNvSpPr/>
          <p:nvPr/>
        </p:nvSpPr>
        <p:spPr>
          <a:xfrm>
            <a:off x="6178550" y="4800600"/>
            <a:ext cx="723900" cy="165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소파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FAEB9A-8833-CBB8-DD3A-74A9108CB968}"/>
              </a:ext>
            </a:extLst>
          </p:cNvPr>
          <p:cNvSpPr/>
          <p:nvPr/>
        </p:nvSpPr>
        <p:spPr>
          <a:xfrm>
            <a:off x="7550150" y="4889500"/>
            <a:ext cx="723900" cy="355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식탁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0613599-D2B8-4497-AF9C-65766CD19443}"/>
              </a:ext>
            </a:extLst>
          </p:cNvPr>
          <p:cNvSpPr/>
          <p:nvPr/>
        </p:nvSpPr>
        <p:spPr>
          <a:xfrm>
            <a:off x="4762500" y="4972050"/>
            <a:ext cx="215900" cy="10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TV</a:t>
            </a:r>
            <a:endParaRPr lang="ko-KR" altLang="en-US" sz="1000" b="1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4E9260-1A0D-C687-4BD2-896331C71BE0}"/>
              </a:ext>
            </a:extLst>
          </p:cNvPr>
          <p:cNvSpPr/>
          <p:nvPr/>
        </p:nvSpPr>
        <p:spPr>
          <a:xfrm rot="16200000">
            <a:off x="8267247" y="1485902"/>
            <a:ext cx="774697" cy="355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책상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50031A2B-0CDE-C88B-9AE1-58B1C72A5D76}"/>
              </a:ext>
            </a:extLst>
          </p:cNvPr>
          <p:cNvSpPr/>
          <p:nvPr/>
        </p:nvSpPr>
        <p:spPr>
          <a:xfrm rot="5400000">
            <a:off x="7911647" y="1485903"/>
            <a:ext cx="774697" cy="355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책상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896D0C7-C68A-9856-477B-0497C3FDCA3E}"/>
              </a:ext>
            </a:extLst>
          </p:cNvPr>
          <p:cNvSpPr/>
          <p:nvPr/>
        </p:nvSpPr>
        <p:spPr>
          <a:xfrm>
            <a:off x="7762873" y="458788"/>
            <a:ext cx="1184275" cy="6080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침대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109B677-ED06-2D6A-AE25-9F40320124A8}"/>
              </a:ext>
            </a:extLst>
          </p:cNvPr>
          <p:cNvSpPr/>
          <p:nvPr/>
        </p:nvSpPr>
        <p:spPr>
          <a:xfrm>
            <a:off x="7296150" y="3714750"/>
            <a:ext cx="118110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냉장고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9208A515-3943-A8F6-30B9-7C5FFB8C6F77}"/>
              </a:ext>
            </a:extLst>
          </p:cNvPr>
          <p:cNvSpPr/>
          <p:nvPr/>
        </p:nvSpPr>
        <p:spPr>
          <a:xfrm>
            <a:off x="7378700" y="6070600"/>
            <a:ext cx="65405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세탁기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9170BA0D-6545-C1EF-34C2-4DE1432CB823}"/>
              </a:ext>
            </a:extLst>
          </p:cNvPr>
          <p:cNvSpPr/>
          <p:nvPr/>
        </p:nvSpPr>
        <p:spPr>
          <a:xfrm>
            <a:off x="7683500" y="2149475"/>
            <a:ext cx="673100" cy="203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/>
              <a:t>행거</a:t>
            </a:r>
            <a:endParaRPr lang="ko-KR" altLang="en-US" sz="1200" b="1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121744-8211-34AE-6D03-FD728DC4CD9F}"/>
              </a:ext>
            </a:extLst>
          </p:cNvPr>
          <p:cNvSpPr/>
          <p:nvPr/>
        </p:nvSpPr>
        <p:spPr>
          <a:xfrm>
            <a:off x="8366124" y="2149475"/>
            <a:ext cx="761999" cy="203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/>
              <a:t>행거</a:t>
            </a:r>
            <a:endParaRPr lang="ko-KR" altLang="en-US" sz="1200" b="1" dirty="0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AD693C29-FE61-2228-7FAC-23BD81158181}"/>
              </a:ext>
            </a:extLst>
          </p:cNvPr>
          <p:cNvSpPr/>
          <p:nvPr/>
        </p:nvSpPr>
        <p:spPr>
          <a:xfrm>
            <a:off x="7378700" y="2381250"/>
            <a:ext cx="241300" cy="50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err="1"/>
              <a:t>행거</a:t>
            </a:r>
            <a:endParaRPr lang="ko-KR" altLang="en-US" sz="1200" b="1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84BFE7C7-8D75-AF64-D74F-B7CB215E24BC}"/>
              </a:ext>
            </a:extLst>
          </p:cNvPr>
          <p:cNvSpPr/>
          <p:nvPr/>
        </p:nvSpPr>
        <p:spPr>
          <a:xfrm>
            <a:off x="8639175" y="3251200"/>
            <a:ext cx="488950" cy="2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서랍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1505871A-5A19-43D4-12EC-B4D00AF70AB4}"/>
              </a:ext>
            </a:extLst>
          </p:cNvPr>
          <p:cNvSpPr/>
          <p:nvPr/>
        </p:nvSpPr>
        <p:spPr>
          <a:xfrm>
            <a:off x="8121650" y="3251200"/>
            <a:ext cx="488950" cy="2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서랍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C5690905-ED5A-106B-4166-6615CFC016C2}"/>
              </a:ext>
            </a:extLst>
          </p:cNvPr>
          <p:cNvSpPr/>
          <p:nvPr/>
        </p:nvSpPr>
        <p:spPr>
          <a:xfrm>
            <a:off x="7683499" y="3302000"/>
            <a:ext cx="409575" cy="203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500" b="1" dirty="0"/>
              <a:t>제습기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3DFEE646-2F88-F83B-8443-59798C5DE77D}"/>
              </a:ext>
            </a:extLst>
          </p:cNvPr>
          <p:cNvSpPr/>
          <p:nvPr/>
        </p:nvSpPr>
        <p:spPr>
          <a:xfrm>
            <a:off x="7378700" y="434975"/>
            <a:ext cx="279397" cy="355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서랍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1ADC21A2-1C57-351C-C3DB-9D69AA3C1138}"/>
              </a:ext>
            </a:extLst>
          </p:cNvPr>
          <p:cNvSpPr/>
          <p:nvPr/>
        </p:nvSpPr>
        <p:spPr>
          <a:xfrm>
            <a:off x="8947148" y="458789"/>
            <a:ext cx="180975" cy="6080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b="1" dirty="0"/>
              <a:t>프레임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AF6B3CC4-3D66-F0E7-28E7-CD6648F5BD37}"/>
              </a:ext>
            </a:extLst>
          </p:cNvPr>
          <p:cNvSpPr/>
          <p:nvPr/>
        </p:nvSpPr>
        <p:spPr>
          <a:xfrm>
            <a:off x="4762500" y="4514850"/>
            <a:ext cx="215900" cy="44767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선반</a:t>
            </a:r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8B1C69EF-829C-4BDD-E42A-9FA068531E6E}"/>
              </a:ext>
            </a:extLst>
          </p:cNvPr>
          <p:cNvSpPr/>
          <p:nvPr/>
        </p:nvSpPr>
        <p:spPr>
          <a:xfrm>
            <a:off x="2434700" y="4130675"/>
            <a:ext cx="115350" cy="16827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/>
              <a:t>침대</a:t>
            </a: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BA7465EC-9A2C-F0BE-2FD6-A5F671374694}"/>
              </a:ext>
            </a:extLst>
          </p:cNvPr>
          <p:cNvSpPr/>
          <p:nvPr/>
        </p:nvSpPr>
        <p:spPr>
          <a:xfrm>
            <a:off x="2546350" y="5489575"/>
            <a:ext cx="361950" cy="311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b="1" dirty="0" err="1"/>
              <a:t>협탁</a:t>
            </a:r>
            <a:endParaRPr lang="ko-KR" altLang="en-US" sz="800" b="1" dirty="0"/>
          </a:p>
        </p:txBody>
      </p: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8838E7C6-E8A7-AFAB-232E-7F8C903D18EF}"/>
              </a:ext>
            </a:extLst>
          </p:cNvPr>
          <p:cNvSpPr/>
          <p:nvPr/>
        </p:nvSpPr>
        <p:spPr>
          <a:xfrm>
            <a:off x="2546350" y="4143375"/>
            <a:ext cx="361950" cy="311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b="1" dirty="0" err="1"/>
              <a:t>협탁</a:t>
            </a:r>
            <a:endParaRPr lang="ko-KR" altLang="en-US" sz="800" b="1" dirty="0"/>
          </a:p>
        </p:txBody>
      </p: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24D1BFD7-F297-6642-EA88-2B7E90A3C8A1}"/>
              </a:ext>
            </a:extLst>
          </p:cNvPr>
          <p:cNvSpPr/>
          <p:nvPr/>
        </p:nvSpPr>
        <p:spPr>
          <a:xfrm>
            <a:off x="2456579" y="3881438"/>
            <a:ext cx="450850" cy="23653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서랍</a:t>
            </a:r>
          </a:p>
        </p:txBody>
      </p:sp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6EBFC433-5968-4F1B-5621-ACE06986C82F}"/>
              </a:ext>
            </a:extLst>
          </p:cNvPr>
          <p:cNvSpPr/>
          <p:nvPr/>
        </p:nvSpPr>
        <p:spPr>
          <a:xfrm>
            <a:off x="4762500" y="5994401"/>
            <a:ext cx="215900" cy="4571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선반</a:t>
            </a:r>
          </a:p>
        </p:txBody>
      </p: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CEE1BE81-FAFB-B4CA-0C32-8FF8DF001B3C}"/>
              </a:ext>
            </a:extLst>
          </p:cNvPr>
          <p:cNvSpPr/>
          <p:nvPr/>
        </p:nvSpPr>
        <p:spPr>
          <a:xfrm>
            <a:off x="4200525" y="5988050"/>
            <a:ext cx="215900" cy="53975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선반</a:t>
            </a:r>
          </a:p>
        </p:txBody>
      </p:sp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874252BE-F451-13DB-EAEA-E528BE6D6889}"/>
              </a:ext>
            </a:extLst>
          </p:cNvPr>
          <p:cNvSpPr/>
          <p:nvPr/>
        </p:nvSpPr>
        <p:spPr>
          <a:xfrm>
            <a:off x="3314700" y="6210300"/>
            <a:ext cx="539750" cy="317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 err="1"/>
              <a:t>하부장</a:t>
            </a:r>
            <a:endParaRPr lang="ko-KR" altLang="en-US" sz="900" b="1" dirty="0"/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8E140D2C-55DF-C08A-1FAC-59EBA06AA6AE}"/>
              </a:ext>
            </a:extLst>
          </p:cNvPr>
          <p:cNvSpPr/>
          <p:nvPr/>
        </p:nvSpPr>
        <p:spPr>
          <a:xfrm>
            <a:off x="3870324" y="6210301"/>
            <a:ext cx="182563" cy="317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 err="1"/>
              <a:t>하부장</a:t>
            </a:r>
            <a:endParaRPr lang="ko-KR" altLang="en-US" sz="1000" b="1" dirty="0"/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CFA7B27C-2B95-5187-1B9E-E86722D2D536}"/>
              </a:ext>
            </a:extLst>
          </p:cNvPr>
          <p:cNvSpPr/>
          <p:nvPr/>
        </p:nvSpPr>
        <p:spPr>
          <a:xfrm>
            <a:off x="6933406" y="5973762"/>
            <a:ext cx="163512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서랍</a:t>
            </a:r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1E0F11A3-862E-FE18-BFFA-7648E59245BC}"/>
              </a:ext>
            </a:extLst>
          </p:cNvPr>
          <p:cNvSpPr/>
          <p:nvPr/>
        </p:nvSpPr>
        <p:spPr>
          <a:xfrm>
            <a:off x="7050088" y="2540000"/>
            <a:ext cx="215900" cy="44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서랍</a:t>
            </a:r>
          </a:p>
        </p:txBody>
      </p:sp>
      <p:sp>
        <p:nvSpPr>
          <p:cNvPr id="142" name="직사각형 141">
            <a:extLst>
              <a:ext uri="{FF2B5EF4-FFF2-40B4-BE49-F238E27FC236}">
                <a16:creationId xmlns:a16="http://schemas.microsoft.com/office/drawing/2014/main" id="{75C1E92B-AF70-8BED-DA75-0C9302DA42B5}"/>
              </a:ext>
            </a:extLst>
          </p:cNvPr>
          <p:cNvSpPr/>
          <p:nvPr/>
        </p:nvSpPr>
        <p:spPr>
          <a:xfrm>
            <a:off x="8912223" y="2381250"/>
            <a:ext cx="215901" cy="56594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서랍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2A3520CC-5FE1-DCF8-5255-495A455E8792}"/>
              </a:ext>
            </a:extLst>
          </p:cNvPr>
          <p:cNvSpPr/>
          <p:nvPr/>
        </p:nvSpPr>
        <p:spPr>
          <a:xfrm>
            <a:off x="7050088" y="2051050"/>
            <a:ext cx="215900" cy="44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서랍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245497C-7C9E-D369-B278-FCBD0C17CB50}"/>
              </a:ext>
            </a:extLst>
          </p:cNvPr>
          <p:cNvSpPr/>
          <p:nvPr/>
        </p:nvSpPr>
        <p:spPr>
          <a:xfrm>
            <a:off x="9321800" y="4159250"/>
            <a:ext cx="323849" cy="2952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b="1" dirty="0" err="1"/>
              <a:t>로청</a:t>
            </a:r>
            <a:endParaRPr lang="ko-KR" altLang="en-US" sz="800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73A415C-EA66-13FC-2DBA-B08BF846B3B7}"/>
              </a:ext>
            </a:extLst>
          </p:cNvPr>
          <p:cNvSpPr/>
          <p:nvPr/>
        </p:nvSpPr>
        <p:spPr>
          <a:xfrm>
            <a:off x="9321801" y="4464050"/>
            <a:ext cx="323848" cy="2952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b="1" dirty="0" err="1"/>
              <a:t>식세기</a:t>
            </a:r>
            <a:endParaRPr lang="ko-KR" altLang="en-US" sz="600" b="1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83A9A03-BA7E-8CFA-53EF-15FE138B6726}"/>
              </a:ext>
            </a:extLst>
          </p:cNvPr>
          <p:cNvSpPr/>
          <p:nvPr/>
        </p:nvSpPr>
        <p:spPr>
          <a:xfrm>
            <a:off x="8330746" y="5033962"/>
            <a:ext cx="323849" cy="2952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b="1" dirty="0"/>
              <a:t>냄비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D666F3E-9BB1-E4D8-DBF7-DB7F16CB18D7}"/>
              </a:ext>
            </a:extLst>
          </p:cNvPr>
          <p:cNvSpPr/>
          <p:nvPr/>
        </p:nvSpPr>
        <p:spPr>
          <a:xfrm>
            <a:off x="9321800" y="5378449"/>
            <a:ext cx="174624" cy="374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b="1" dirty="0"/>
              <a:t>볼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25FAACF-CF4C-5F35-F4C5-7D69872992AF}"/>
              </a:ext>
            </a:extLst>
          </p:cNvPr>
          <p:cNvSpPr/>
          <p:nvPr/>
        </p:nvSpPr>
        <p:spPr>
          <a:xfrm>
            <a:off x="8062685" y="6399212"/>
            <a:ext cx="414110" cy="1285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/>
              <a:t>빨래함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4BD430E-3EBF-4504-9F3B-E80373E7AEDF}"/>
              </a:ext>
            </a:extLst>
          </p:cNvPr>
          <p:cNvSpPr/>
          <p:nvPr/>
        </p:nvSpPr>
        <p:spPr>
          <a:xfrm>
            <a:off x="7762873" y="5626100"/>
            <a:ext cx="269877" cy="1285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/>
              <a:t>미미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757B64-D745-B31A-A3F9-C9A118B6AE20}"/>
              </a:ext>
            </a:extLst>
          </p:cNvPr>
          <p:cNvSpPr/>
          <p:nvPr/>
        </p:nvSpPr>
        <p:spPr>
          <a:xfrm>
            <a:off x="7378699" y="5626100"/>
            <a:ext cx="384173" cy="1285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/>
              <a:t>쓰레기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E35EE7B-FFBA-0EDF-78D5-1C1429838311}"/>
              </a:ext>
            </a:extLst>
          </p:cNvPr>
          <p:cNvSpPr/>
          <p:nvPr/>
        </p:nvSpPr>
        <p:spPr>
          <a:xfrm>
            <a:off x="8533038" y="6399212"/>
            <a:ext cx="414110" cy="1285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/>
              <a:t>분리수거</a:t>
            </a:r>
          </a:p>
        </p:txBody>
      </p:sp>
    </p:spTree>
    <p:extLst>
      <p:ext uri="{BB962C8B-B14F-4D97-AF65-F5344CB8AC3E}">
        <p14:creationId xmlns:p14="http://schemas.microsoft.com/office/powerpoint/2010/main" val="30390704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C4DB08-9505-6E91-FA12-E4F840EED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28" y="0"/>
            <a:ext cx="7917543" cy="6858000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6D27EF6-0F90-FDF3-7447-881FE848BBD5}"/>
              </a:ext>
            </a:extLst>
          </p:cNvPr>
          <p:cNvCxnSpPr/>
          <p:nvPr/>
        </p:nvCxnSpPr>
        <p:spPr>
          <a:xfrm>
            <a:off x="2388053" y="3873500"/>
            <a:ext cx="0" cy="18986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1570D1A-D95F-DB48-3E91-4CE89568D0C1}"/>
              </a:ext>
            </a:extLst>
          </p:cNvPr>
          <p:cNvSpPr txBox="1"/>
          <p:nvPr/>
        </p:nvSpPr>
        <p:spPr>
          <a:xfrm>
            <a:off x="2388053" y="469586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4270985C-A733-A57E-4C7E-07E32F68613B}"/>
              </a:ext>
            </a:extLst>
          </p:cNvPr>
          <p:cNvCxnSpPr>
            <a:cxnSpLocks/>
          </p:cNvCxnSpPr>
          <p:nvPr/>
        </p:nvCxnSpPr>
        <p:spPr>
          <a:xfrm>
            <a:off x="4584700" y="4451350"/>
            <a:ext cx="0" cy="13208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D3CC30A-2B21-DAFA-78AA-C2DC051978FE}"/>
              </a:ext>
            </a:extLst>
          </p:cNvPr>
          <p:cNvSpPr txBox="1"/>
          <p:nvPr/>
        </p:nvSpPr>
        <p:spPr>
          <a:xfrm>
            <a:off x="4147003" y="49847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33CC3D3-4FB6-5A5B-0243-79F43FA90ADF}"/>
              </a:ext>
            </a:extLst>
          </p:cNvPr>
          <p:cNvCxnSpPr>
            <a:cxnSpLocks/>
          </p:cNvCxnSpPr>
          <p:nvPr/>
        </p:nvCxnSpPr>
        <p:spPr>
          <a:xfrm>
            <a:off x="4699453" y="4451350"/>
            <a:ext cx="0" cy="20320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7547B01-92C5-FA39-B5D4-24DC1440696E}"/>
              </a:ext>
            </a:extLst>
          </p:cNvPr>
          <p:cNvSpPr txBox="1"/>
          <p:nvPr/>
        </p:nvSpPr>
        <p:spPr>
          <a:xfrm>
            <a:off x="4658631" y="53403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9F320C-9482-674A-FCCF-7FF4D223CC48}"/>
              </a:ext>
            </a:extLst>
          </p:cNvPr>
          <p:cNvCxnSpPr>
            <a:cxnSpLocks/>
          </p:cNvCxnSpPr>
          <p:nvPr/>
        </p:nvCxnSpPr>
        <p:spPr>
          <a:xfrm>
            <a:off x="8338003" y="46958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AF7FAC0-1B50-0B88-9FB3-9F8D8E4C6541}"/>
              </a:ext>
            </a:extLst>
          </p:cNvPr>
          <p:cNvSpPr txBox="1"/>
          <p:nvPr/>
        </p:nvSpPr>
        <p:spPr>
          <a:xfrm>
            <a:off x="7884431" y="49229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BB5E1DD-553C-A053-E242-C4EE3093E8F9}"/>
              </a:ext>
            </a:extLst>
          </p:cNvPr>
          <p:cNvCxnSpPr>
            <a:cxnSpLocks/>
          </p:cNvCxnSpPr>
          <p:nvPr/>
        </p:nvCxnSpPr>
        <p:spPr>
          <a:xfrm>
            <a:off x="7175953" y="57753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35AD818-B64D-8390-C772-6CC49DB56EC7}"/>
              </a:ext>
            </a:extLst>
          </p:cNvPr>
          <p:cNvSpPr txBox="1"/>
          <p:nvPr/>
        </p:nvSpPr>
        <p:spPr>
          <a:xfrm>
            <a:off x="6721928" y="60024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F49C4EA-F08C-AE37-9476-3E1756B410D0}"/>
              </a:ext>
            </a:extLst>
          </p:cNvPr>
          <p:cNvCxnSpPr>
            <a:cxnSpLocks/>
          </p:cNvCxnSpPr>
          <p:nvPr/>
        </p:nvCxnSpPr>
        <p:spPr>
          <a:xfrm>
            <a:off x="9309553" y="22447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09C056-A350-F45A-9412-38C35E2221C6}"/>
              </a:ext>
            </a:extLst>
          </p:cNvPr>
          <p:cNvSpPr txBox="1"/>
          <p:nvPr/>
        </p:nvSpPr>
        <p:spPr>
          <a:xfrm>
            <a:off x="886868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578E821-08AE-B702-8E76-733B5E8D6ECF}"/>
              </a:ext>
            </a:extLst>
          </p:cNvPr>
          <p:cNvCxnSpPr>
            <a:cxnSpLocks/>
          </p:cNvCxnSpPr>
          <p:nvPr/>
        </p:nvCxnSpPr>
        <p:spPr>
          <a:xfrm>
            <a:off x="9309553" y="7080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D70B7A4-1DC8-F434-EF73-F8764D1DBB4F}"/>
              </a:ext>
            </a:extLst>
          </p:cNvPr>
          <p:cNvSpPr txBox="1"/>
          <p:nvPr/>
        </p:nvSpPr>
        <p:spPr>
          <a:xfrm>
            <a:off x="8868681" y="10906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B336D83F-C23B-FC6B-EA6C-6C07CD91F434}"/>
              </a:ext>
            </a:extLst>
          </p:cNvPr>
          <p:cNvCxnSpPr>
            <a:cxnSpLocks/>
          </p:cNvCxnSpPr>
          <p:nvPr/>
        </p:nvCxnSpPr>
        <p:spPr>
          <a:xfrm>
            <a:off x="7341053" y="384217"/>
            <a:ext cx="0" cy="11524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D311A48-5DF3-5FB7-5A9A-B5F974450DB3}"/>
              </a:ext>
            </a:extLst>
          </p:cNvPr>
          <p:cNvSpPr txBox="1"/>
          <p:nvPr/>
        </p:nvSpPr>
        <p:spPr>
          <a:xfrm>
            <a:off x="7306581" y="8874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2000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D39AD6F4-3FDC-EA2D-1AD0-D8093893D528}"/>
              </a:ext>
            </a:extLst>
          </p:cNvPr>
          <p:cNvCxnSpPr>
            <a:cxnSpLocks/>
          </p:cNvCxnSpPr>
          <p:nvPr/>
        </p:nvCxnSpPr>
        <p:spPr>
          <a:xfrm>
            <a:off x="9446983" y="384217"/>
            <a:ext cx="0" cy="1654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76A1A43-424A-D894-01E2-112B36E98008}"/>
              </a:ext>
            </a:extLst>
          </p:cNvPr>
          <p:cNvSpPr txBox="1"/>
          <p:nvPr/>
        </p:nvSpPr>
        <p:spPr>
          <a:xfrm>
            <a:off x="9412511" y="10955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2850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91331869-360E-3CAB-1E89-8364A74D12DB}"/>
              </a:ext>
            </a:extLst>
          </p:cNvPr>
          <p:cNvCxnSpPr>
            <a:cxnSpLocks/>
          </p:cNvCxnSpPr>
          <p:nvPr/>
        </p:nvCxnSpPr>
        <p:spPr>
          <a:xfrm>
            <a:off x="9446983" y="2133600"/>
            <a:ext cx="0" cy="13716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1765F2B-8A60-1EA3-BEB5-17B960CAE6EB}"/>
              </a:ext>
            </a:extLst>
          </p:cNvPr>
          <p:cNvSpPr txBox="1"/>
          <p:nvPr/>
        </p:nvSpPr>
        <p:spPr>
          <a:xfrm>
            <a:off x="941251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AFCC40-4401-D1F8-9586-1B7190D2A2B9}"/>
              </a:ext>
            </a:extLst>
          </p:cNvPr>
          <p:cNvCxnSpPr>
            <a:cxnSpLocks/>
          </p:cNvCxnSpPr>
          <p:nvPr/>
        </p:nvCxnSpPr>
        <p:spPr>
          <a:xfrm>
            <a:off x="7341053" y="2351191"/>
            <a:ext cx="0" cy="649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C41B2D6-D71B-50AD-E1B0-CE5005E6D5CD}"/>
              </a:ext>
            </a:extLst>
          </p:cNvPr>
          <p:cNvSpPr txBox="1"/>
          <p:nvPr/>
        </p:nvSpPr>
        <p:spPr>
          <a:xfrm>
            <a:off x="7306581" y="254812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3A20677-03A3-9F6F-E453-D17E7951D9DE}"/>
              </a:ext>
            </a:extLst>
          </p:cNvPr>
          <p:cNvCxnSpPr>
            <a:cxnSpLocks/>
          </p:cNvCxnSpPr>
          <p:nvPr/>
        </p:nvCxnSpPr>
        <p:spPr>
          <a:xfrm>
            <a:off x="8529862" y="3683000"/>
            <a:ext cx="0" cy="395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7DAB98E-B79C-C187-07A7-D2A58BA36519}"/>
              </a:ext>
            </a:extLst>
          </p:cNvPr>
          <p:cNvSpPr txBox="1"/>
          <p:nvPr/>
        </p:nvSpPr>
        <p:spPr>
          <a:xfrm>
            <a:off x="8125731" y="3753654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B92E8FF-EF62-AFD4-2F6B-E35AB62108CE}"/>
              </a:ext>
            </a:extLst>
          </p:cNvPr>
          <p:cNvCxnSpPr>
            <a:cxnSpLocks/>
          </p:cNvCxnSpPr>
          <p:nvPr/>
        </p:nvCxnSpPr>
        <p:spPr>
          <a:xfrm>
            <a:off x="9761762" y="4126780"/>
            <a:ext cx="0" cy="197612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051585F-78C1-E27C-43F1-DCA365644D42}"/>
              </a:ext>
            </a:extLst>
          </p:cNvPr>
          <p:cNvSpPr txBox="1"/>
          <p:nvPr/>
        </p:nvSpPr>
        <p:spPr>
          <a:xfrm>
            <a:off x="9803947" y="4098628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B8479A1E-6B38-2AFC-73CB-DC5F042A57BD}"/>
              </a:ext>
            </a:extLst>
          </p:cNvPr>
          <p:cNvCxnSpPr>
            <a:cxnSpLocks/>
          </p:cNvCxnSpPr>
          <p:nvPr/>
        </p:nvCxnSpPr>
        <p:spPr>
          <a:xfrm>
            <a:off x="9761762" y="4352544"/>
            <a:ext cx="0" cy="492506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EBC01D2-800D-18D1-C0B9-4273535B287D}"/>
              </a:ext>
            </a:extLst>
          </p:cNvPr>
          <p:cNvSpPr txBox="1"/>
          <p:nvPr/>
        </p:nvSpPr>
        <p:spPr>
          <a:xfrm>
            <a:off x="9803947" y="4467561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BAF8FAC-9FEC-E35A-AA3E-24FE4FADE8BE}"/>
              </a:ext>
            </a:extLst>
          </p:cNvPr>
          <p:cNvCxnSpPr>
            <a:cxnSpLocks/>
          </p:cNvCxnSpPr>
          <p:nvPr/>
        </p:nvCxnSpPr>
        <p:spPr>
          <a:xfrm>
            <a:off x="9761762" y="4845050"/>
            <a:ext cx="0" cy="49246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D8C9E37-C323-BE21-AC9F-316223D959DE}"/>
              </a:ext>
            </a:extLst>
          </p:cNvPr>
          <p:cNvSpPr txBox="1"/>
          <p:nvPr/>
        </p:nvSpPr>
        <p:spPr>
          <a:xfrm>
            <a:off x="9803947" y="4971459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895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E15F0617-34F1-151B-A237-9A20DADB97FD}"/>
              </a:ext>
            </a:extLst>
          </p:cNvPr>
          <p:cNvCxnSpPr>
            <a:cxnSpLocks/>
          </p:cNvCxnSpPr>
          <p:nvPr/>
        </p:nvCxnSpPr>
        <p:spPr>
          <a:xfrm>
            <a:off x="9761762" y="5340392"/>
            <a:ext cx="0" cy="45525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8387EBE-AC04-F261-3C2A-11CFD0F6374E}"/>
              </a:ext>
            </a:extLst>
          </p:cNvPr>
          <p:cNvSpPr txBox="1"/>
          <p:nvPr/>
        </p:nvSpPr>
        <p:spPr>
          <a:xfrm>
            <a:off x="9803947" y="5467350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A6200EC4-42FF-E2F8-B1F0-4D137AA8B64D}"/>
              </a:ext>
            </a:extLst>
          </p:cNvPr>
          <p:cNvCxnSpPr>
            <a:cxnSpLocks/>
          </p:cNvCxnSpPr>
          <p:nvPr/>
        </p:nvCxnSpPr>
        <p:spPr>
          <a:xfrm>
            <a:off x="7322005" y="5960766"/>
            <a:ext cx="0" cy="593089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40A6B4B9-49EE-B512-EDDE-F7CD7F7D8070}"/>
              </a:ext>
            </a:extLst>
          </p:cNvPr>
          <p:cNvSpPr txBox="1"/>
          <p:nvPr/>
        </p:nvSpPr>
        <p:spPr>
          <a:xfrm>
            <a:off x="7261679" y="613323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1010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F01E58FC-E44D-CC25-0712-9D0055A230C6}"/>
              </a:ext>
            </a:extLst>
          </p:cNvPr>
          <p:cNvCxnSpPr>
            <a:cxnSpLocks/>
          </p:cNvCxnSpPr>
          <p:nvPr/>
        </p:nvCxnSpPr>
        <p:spPr>
          <a:xfrm>
            <a:off x="7629978" y="2124157"/>
            <a:ext cx="0" cy="22703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C9D02FE-D646-6654-C8E1-7C940AA0258B}"/>
              </a:ext>
            </a:extLst>
          </p:cNvPr>
          <p:cNvSpPr txBox="1"/>
          <p:nvPr/>
        </p:nvSpPr>
        <p:spPr>
          <a:xfrm>
            <a:off x="7644947" y="2124241"/>
            <a:ext cx="4807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78585F3-1C41-88D5-16AF-E6D066CF6A7B}"/>
              </a:ext>
            </a:extLst>
          </p:cNvPr>
          <p:cNvSpPr txBox="1"/>
          <p:nvPr/>
        </p:nvSpPr>
        <p:spPr>
          <a:xfrm>
            <a:off x="2676978" y="555603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97C5966-FE34-DA20-D884-999BE8650ED8}"/>
              </a:ext>
            </a:extLst>
          </p:cNvPr>
          <p:cNvCxnSpPr>
            <a:cxnSpLocks/>
          </p:cNvCxnSpPr>
          <p:nvPr/>
        </p:nvCxnSpPr>
        <p:spPr>
          <a:xfrm flipH="1">
            <a:off x="2438400" y="5822950"/>
            <a:ext cx="844550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61DB1DE4-E76A-87BD-9A4E-E1FA8493B33C}"/>
              </a:ext>
            </a:extLst>
          </p:cNvPr>
          <p:cNvSpPr txBox="1"/>
          <p:nvPr/>
        </p:nvSpPr>
        <p:spPr>
          <a:xfrm>
            <a:off x="3594780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B5B54548-86F2-4B98-CCCA-3AE08E1ED208}"/>
              </a:ext>
            </a:extLst>
          </p:cNvPr>
          <p:cNvCxnSpPr>
            <a:cxnSpLocks/>
          </p:cNvCxnSpPr>
          <p:nvPr/>
        </p:nvCxnSpPr>
        <p:spPr>
          <a:xfrm flipH="1">
            <a:off x="3284309" y="5822950"/>
            <a:ext cx="10209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59F516D-CCD7-2583-0143-6F6C78D95F26}"/>
              </a:ext>
            </a:extLst>
          </p:cNvPr>
          <p:cNvCxnSpPr>
            <a:cxnSpLocks/>
          </p:cNvCxnSpPr>
          <p:nvPr/>
        </p:nvCxnSpPr>
        <p:spPr>
          <a:xfrm flipH="1">
            <a:off x="4306659" y="5822950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220EB3B-26FB-FB49-8917-57149D7A6595}"/>
              </a:ext>
            </a:extLst>
          </p:cNvPr>
          <p:cNvSpPr txBox="1"/>
          <p:nvPr/>
        </p:nvSpPr>
        <p:spPr>
          <a:xfrm>
            <a:off x="4212545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651C7022-EAAF-5730-D75F-9FF950FDAB21}"/>
              </a:ext>
            </a:extLst>
          </p:cNvPr>
          <p:cNvCxnSpPr>
            <a:cxnSpLocks/>
          </p:cNvCxnSpPr>
          <p:nvPr/>
        </p:nvCxnSpPr>
        <p:spPr>
          <a:xfrm flipH="1">
            <a:off x="4695142" y="6515333"/>
            <a:ext cx="265569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6CB2C8B-EB7E-CC73-9012-ED7795A683E8}"/>
              </a:ext>
            </a:extLst>
          </p:cNvPr>
          <p:cNvSpPr txBox="1"/>
          <p:nvPr/>
        </p:nvSpPr>
        <p:spPr>
          <a:xfrm>
            <a:off x="4671786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E147D46-9238-F0E9-FC48-851D8D0BB2DE}"/>
              </a:ext>
            </a:extLst>
          </p:cNvPr>
          <p:cNvCxnSpPr>
            <a:cxnSpLocks/>
          </p:cNvCxnSpPr>
          <p:nvPr/>
        </p:nvCxnSpPr>
        <p:spPr>
          <a:xfrm flipH="1">
            <a:off x="6901767" y="6515333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3342AC1-07C4-2C5D-38DF-DA24B8D3043B}"/>
              </a:ext>
            </a:extLst>
          </p:cNvPr>
          <p:cNvSpPr txBox="1"/>
          <p:nvPr/>
        </p:nvSpPr>
        <p:spPr>
          <a:xfrm>
            <a:off x="6807653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53215500-E515-43DE-1187-6E7595F92334}"/>
              </a:ext>
            </a:extLst>
          </p:cNvPr>
          <p:cNvCxnSpPr>
            <a:cxnSpLocks/>
          </p:cNvCxnSpPr>
          <p:nvPr/>
        </p:nvCxnSpPr>
        <p:spPr>
          <a:xfrm flipH="1">
            <a:off x="7135358" y="5811816"/>
            <a:ext cx="89739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627E2BFC-9064-20CF-537E-FBA7FF8DEBA5}"/>
              </a:ext>
            </a:extLst>
          </p:cNvPr>
          <p:cNvSpPr txBox="1"/>
          <p:nvPr/>
        </p:nvSpPr>
        <p:spPr>
          <a:xfrm>
            <a:off x="7385503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6D5DCF3-B816-F121-FE59-0445B0E69C5E}"/>
              </a:ext>
            </a:extLst>
          </p:cNvPr>
          <p:cNvCxnSpPr>
            <a:cxnSpLocks/>
          </p:cNvCxnSpPr>
          <p:nvPr/>
        </p:nvCxnSpPr>
        <p:spPr>
          <a:xfrm flipH="1">
            <a:off x="8062004" y="581181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0B266AF5-F6AC-8F3C-3ED8-F9E069C8709B}"/>
              </a:ext>
            </a:extLst>
          </p:cNvPr>
          <p:cNvSpPr txBox="1"/>
          <p:nvPr/>
        </p:nvSpPr>
        <p:spPr>
          <a:xfrm>
            <a:off x="8347301" y="56023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93878BF-2170-BACC-D02A-B1C1AF6CFDF3}"/>
              </a:ext>
            </a:extLst>
          </p:cNvPr>
          <p:cNvCxnSpPr>
            <a:cxnSpLocks/>
          </p:cNvCxnSpPr>
          <p:nvPr/>
        </p:nvCxnSpPr>
        <p:spPr>
          <a:xfrm flipH="1">
            <a:off x="8062004" y="659665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10FDEB3-807A-E54B-2614-6035E4CF2A90}"/>
              </a:ext>
            </a:extLst>
          </p:cNvPr>
          <p:cNvSpPr txBox="1"/>
          <p:nvPr/>
        </p:nvSpPr>
        <p:spPr>
          <a:xfrm>
            <a:off x="8347301" y="638714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E1449AA4-E938-DDA5-C883-2451E236E0EB}"/>
              </a:ext>
            </a:extLst>
          </p:cNvPr>
          <p:cNvCxnSpPr>
            <a:cxnSpLocks/>
          </p:cNvCxnSpPr>
          <p:nvPr/>
        </p:nvCxnSpPr>
        <p:spPr>
          <a:xfrm flipH="1">
            <a:off x="7280954" y="3662956"/>
            <a:ext cx="118132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4DA5FE85-27D1-4C80-ABE9-099DBDA0DF9E}"/>
              </a:ext>
            </a:extLst>
          </p:cNvPr>
          <p:cNvSpPr txBox="1"/>
          <p:nvPr/>
        </p:nvSpPr>
        <p:spPr>
          <a:xfrm>
            <a:off x="7649481" y="36439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8C24374-6826-310C-AF8E-4C22985DB291}"/>
              </a:ext>
            </a:extLst>
          </p:cNvPr>
          <p:cNvCxnSpPr>
            <a:cxnSpLocks/>
          </p:cNvCxnSpPr>
          <p:nvPr/>
        </p:nvCxnSpPr>
        <p:spPr>
          <a:xfrm flipH="1">
            <a:off x="7280954" y="3555006"/>
            <a:ext cx="19646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EEDA1FA-7D70-7175-694D-5C3E85C4D6B9}"/>
              </a:ext>
            </a:extLst>
          </p:cNvPr>
          <p:cNvSpPr txBox="1"/>
          <p:nvPr/>
        </p:nvSpPr>
        <p:spPr>
          <a:xfrm>
            <a:off x="8017554" y="327465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FF15FA71-BAB0-404F-4E42-3500F45CEF65}"/>
              </a:ext>
            </a:extLst>
          </p:cNvPr>
          <p:cNvCxnSpPr>
            <a:cxnSpLocks/>
          </p:cNvCxnSpPr>
          <p:nvPr/>
        </p:nvCxnSpPr>
        <p:spPr>
          <a:xfrm flipH="1">
            <a:off x="7341053" y="333756"/>
            <a:ext cx="190454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FAB32269-B58D-BC2C-AEE6-99B7C06E6A1F}"/>
              </a:ext>
            </a:extLst>
          </p:cNvPr>
          <p:cNvSpPr txBox="1"/>
          <p:nvPr/>
        </p:nvSpPr>
        <p:spPr>
          <a:xfrm>
            <a:off x="8083774" y="32461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F61DEC24-F129-6101-58EE-9698A0B5F594}"/>
              </a:ext>
            </a:extLst>
          </p:cNvPr>
          <p:cNvCxnSpPr>
            <a:cxnSpLocks/>
          </p:cNvCxnSpPr>
          <p:nvPr/>
        </p:nvCxnSpPr>
        <p:spPr>
          <a:xfrm flipH="1">
            <a:off x="7322005" y="2350329"/>
            <a:ext cx="31795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E599F7BB-E79A-2021-B45F-43B9A9CF0C1D}"/>
              </a:ext>
            </a:extLst>
          </p:cNvPr>
          <p:cNvSpPr txBox="1"/>
          <p:nvPr/>
        </p:nvSpPr>
        <p:spPr>
          <a:xfrm>
            <a:off x="7356022" y="23411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480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17265F71-865A-8DF3-28BD-4972E5F112AD}"/>
              </a:ext>
            </a:extLst>
          </p:cNvPr>
          <p:cNvCxnSpPr>
            <a:cxnSpLocks/>
          </p:cNvCxnSpPr>
          <p:nvPr/>
        </p:nvCxnSpPr>
        <p:spPr>
          <a:xfrm flipH="1">
            <a:off x="7629978" y="2097806"/>
            <a:ext cx="161562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C50A4628-E19F-480F-4606-02C44577A0A7}"/>
              </a:ext>
            </a:extLst>
          </p:cNvPr>
          <p:cNvSpPr txBox="1"/>
          <p:nvPr/>
        </p:nvSpPr>
        <p:spPr>
          <a:xfrm>
            <a:off x="8083774" y="20886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F08E8F88-975A-52E6-0C64-0B9138AB745B}"/>
              </a:ext>
            </a:extLst>
          </p:cNvPr>
          <p:cNvCxnSpPr>
            <a:cxnSpLocks/>
          </p:cNvCxnSpPr>
          <p:nvPr/>
        </p:nvCxnSpPr>
        <p:spPr>
          <a:xfrm flipH="1">
            <a:off x="8303986" y="4757148"/>
            <a:ext cx="357638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1B02656-57F0-AE4B-4A52-FBE2D57A7811}"/>
              </a:ext>
            </a:extLst>
          </p:cNvPr>
          <p:cNvSpPr txBox="1"/>
          <p:nvPr/>
        </p:nvSpPr>
        <p:spPr>
          <a:xfrm>
            <a:off x="8306479" y="450043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6AE67BBC-13EB-ABF4-851E-BD42EE5B9155}"/>
              </a:ext>
            </a:extLst>
          </p:cNvPr>
          <p:cNvCxnSpPr>
            <a:cxnSpLocks/>
          </p:cNvCxnSpPr>
          <p:nvPr/>
        </p:nvCxnSpPr>
        <p:spPr>
          <a:xfrm flipH="1">
            <a:off x="8500154" y="4061589"/>
            <a:ext cx="5041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F4654FC-8CBD-BBA9-4ABE-4314D5839E02}"/>
              </a:ext>
            </a:extLst>
          </p:cNvPr>
          <p:cNvSpPr txBox="1"/>
          <p:nvPr/>
        </p:nvSpPr>
        <p:spPr>
          <a:xfrm>
            <a:off x="8512967" y="404253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9CBA99BF-F535-0A5F-1098-4B5A389FD5D7}"/>
              </a:ext>
            </a:extLst>
          </p:cNvPr>
          <p:cNvCxnSpPr>
            <a:cxnSpLocks/>
          </p:cNvCxnSpPr>
          <p:nvPr/>
        </p:nvCxnSpPr>
        <p:spPr>
          <a:xfrm flipH="1">
            <a:off x="9007587" y="4061589"/>
            <a:ext cx="199913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74D1207F-4A37-6244-DE99-35FD6E689A67}"/>
              </a:ext>
            </a:extLst>
          </p:cNvPr>
          <p:cNvSpPr txBox="1"/>
          <p:nvPr/>
        </p:nvSpPr>
        <p:spPr>
          <a:xfrm>
            <a:off x="8916080" y="40507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356DAE0E-1294-9BAA-47F2-3D05B72663BE}"/>
              </a:ext>
            </a:extLst>
          </p:cNvPr>
          <p:cNvCxnSpPr>
            <a:cxnSpLocks/>
          </p:cNvCxnSpPr>
          <p:nvPr/>
        </p:nvCxnSpPr>
        <p:spPr>
          <a:xfrm flipH="1">
            <a:off x="3930083" y="3849709"/>
            <a:ext cx="61016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B7878ABC-0D08-E3BC-50D4-D7FBE00BBF5B}"/>
              </a:ext>
            </a:extLst>
          </p:cNvPr>
          <p:cNvSpPr txBox="1"/>
          <p:nvPr/>
        </p:nvSpPr>
        <p:spPr>
          <a:xfrm>
            <a:off x="3987120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01AB5D34-8DF6-8E74-5FB8-25E08CEA1AFF}"/>
              </a:ext>
            </a:extLst>
          </p:cNvPr>
          <p:cNvCxnSpPr>
            <a:cxnSpLocks/>
          </p:cNvCxnSpPr>
          <p:nvPr/>
        </p:nvCxnSpPr>
        <p:spPr>
          <a:xfrm flipH="1">
            <a:off x="4717313" y="3849709"/>
            <a:ext cx="183588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BFAB8BF9-DB22-ABF0-4EDA-F105F68FBD76}"/>
              </a:ext>
            </a:extLst>
          </p:cNvPr>
          <p:cNvSpPr txBox="1"/>
          <p:nvPr/>
        </p:nvSpPr>
        <p:spPr>
          <a:xfrm>
            <a:off x="5497058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189BD781-23DB-0F54-D2EC-BC8CDC31DD40}"/>
              </a:ext>
            </a:extLst>
          </p:cNvPr>
          <p:cNvCxnSpPr>
            <a:cxnSpLocks/>
          </p:cNvCxnSpPr>
          <p:nvPr/>
        </p:nvCxnSpPr>
        <p:spPr>
          <a:xfrm flipH="1">
            <a:off x="4995636" y="6515799"/>
            <a:ext cx="190613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FFEAE5-C48C-C0DA-AAC8-9AA41CC965CC}"/>
              </a:ext>
            </a:extLst>
          </p:cNvPr>
          <p:cNvSpPr txBox="1"/>
          <p:nvPr/>
        </p:nvSpPr>
        <p:spPr>
          <a:xfrm>
            <a:off x="5697081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C991D36F-3BE5-FBD2-CD27-416930B2C6BF}"/>
              </a:ext>
            </a:extLst>
          </p:cNvPr>
          <p:cNvCxnSpPr>
            <a:cxnSpLocks/>
          </p:cNvCxnSpPr>
          <p:nvPr/>
        </p:nvCxnSpPr>
        <p:spPr>
          <a:xfrm flipH="1">
            <a:off x="4695142" y="6642757"/>
            <a:ext cx="244021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D4AB6E4C-5DA4-A4EC-F90D-479B74FC51BD}"/>
              </a:ext>
            </a:extLst>
          </p:cNvPr>
          <p:cNvSpPr txBox="1"/>
          <p:nvPr/>
        </p:nvSpPr>
        <p:spPr>
          <a:xfrm>
            <a:off x="5697081" y="65936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9F803D9-A837-4730-8ED6-EF3A532B3768}"/>
              </a:ext>
            </a:extLst>
          </p:cNvPr>
          <p:cNvCxnSpPr>
            <a:cxnSpLocks/>
          </p:cNvCxnSpPr>
          <p:nvPr/>
        </p:nvCxnSpPr>
        <p:spPr>
          <a:xfrm flipH="1">
            <a:off x="2445089" y="3849709"/>
            <a:ext cx="89501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A1B7E74B-3BDF-09F7-0EC5-680395C75109}"/>
              </a:ext>
            </a:extLst>
          </p:cNvPr>
          <p:cNvSpPr txBox="1"/>
          <p:nvPr/>
        </p:nvSpPr>
        <p:spPr>
          <a:xfrm>
            <a:off x="2647269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2A8AB8EA-361B-1F23-87D0-0E6BE1990C77}"/>
              </a:ext>
            </a:extLst>
          </p:cNvPr>
          <p:cNvCxnSpPr>
            <a:cxnSpLocks/>
          </p:cNvCxnSpPr>
          <p:nvPr/>
        </p:nvCxnSpPr>
        <p:spPr>
          <a:xfrm flipH="1">
            <a:off x="3334089" y="2865459"/>
            <a:ext cx="59599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955ECD8A-C907-0779-C770-3E0FE44594C3}"/>
              </a:ext>
            </a:extLst>
          </p:cNvPr>
          <p:cNvSpPr txBox="1"/>
          <p:nvPr/>
        </p:nvSpPr>
        <p:spPr>
          <a:xfrm>
            <a:off x="3428320" y="284640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950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9F185D42-FB7F-438A-2A5E-6C58D7B16E06}"/>
              </a:ext>
            </a:extLst>
          </p:cNvPr>
          <p:cNvCxnSpPr>
            <a:cxnSpLocks/>
          </p:cNvCxnSpPr>
          <p:nvPr/>
        </p:nvCxnSpPr>
        <p:spPr>
          <a:xfrm>
            <a:off x="7848377" y="6070600"/>
            <a:ext cx="0" cy="48325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1E7B3BB6-91B5-1B0B-7A25-3B78A29BEB09}"/>
              </a:ext>
            </a:extLst>
          </p:cNvPr>
          <p:cNvSpPr txBox="1"/>
          <p:nvPr/>
        </p:nvSpPr>
        <p:spPr>
          <a:xfrm>
            <a:off x="7788051" y="61955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780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FB042F12-206F-8008-F243-B3337729DA5F}"/>
              </a:ext>
            </a:extLst>
          </p:cNvPr>
          <p:cNvCxnSpPr>
            <a:cxnSpLocks/>
          </p:cNvCxnSpPr>
          <p:nvPr/>
        </p:nvCxnSpPr>
        <p:spPr>
          <a:xfrm flipH="1">
            <a:off x="7341053" y="6565773"/>
            <a:ext cx="51389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AEAA94CE-B699-D54F-60F0-B169E23DA21B}"/>
              </a:ext>
            </a:extLst>
          </p:cNvPr>
          <p:cNvSpPr txBox="1"/>
          <p:nvPr/>
        </p:nvSpPr>
        <p:spPr>
          <a:xfrm>
            <a:off x="7385503" y="63217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477820C1-D7ED-44D1-7F85-58F62E0F960E}"/>
              </a:ext>
            </a:extLst>
          </p:cNvPr>
          <p:cNvSpPr/>
          <p:nvPr/>
        </p:nvSpPr>
        <p:spPr>
          <a:xfrm>
            <a:off x="7356022" y="6083300"/>
            <a:ext cx="60778" cy="95250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3CDEBDAB-806C-BBB3-A46D-DBF1D5E7F98E}"/>
              </a:ext>
            </a:extLst>
          </p:cNvPr>
          <p:cNvCxnSpPr>
            <a:cxnSpLocks/>
            <a:stCxn id="138" idx="3"/>
            <a:endCxn id="141" idx="1"/>
          </p:cNvCxnSpPr>
          <p:nvPr/>
        </p:nvCxnSpPr>
        <p:spPr>
          <a:xfrm flipV="1">
            <a:off x="7416800" y="5891064"/>
            <a:ext cx="2842874" cy="23986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A0CB014F-D9B5-027F-72E3-C008B77B2800}"/>
              </a:ext>
            </a:extLst>
          </p:cNvPr>
          <p:cNvSpPr txBox="1"/>
          <p:nvPr/>
        </p:nvSpPr>
        <p:spPr>
          <a:xfrm>
            <a:off x="10259674" y="5691009"/>
            <a:ext cx="696119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수도꼭지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130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081002BC-28D0-5441-4B79-9C530EB5BCD6}"/>
              </a:ext>
            </a:extLst>
          </p:cNvPr>
          <p:cNvSpPr/>
          <p:nvPr/>
        </p:nvSpPr>
        <p:spPr>
          <a:xfrm rot="5400000">
            <a:off x="9297190" y="4306353"/>
            <a:ext cx="343127" cy="297499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54704E23-8021-49E9-2466-0CF24AE8AB10}"/>
              </a:ext>
            </a:extLst>
          </p:cNvPr>
          <p:cNvCxnSpPr>
            <a:cxnSpLocks/>
            <a:stCxn id="146" idx="3"/>
            <a:endCxn id="150" idx="1"/>
          </p:cNvCxnSpPr>
          <p:nvPr/>
        </p:nvCxnSpPr>
        <p:spPr>
          <a:xfrm flipV="1">
            <a:off x="9468753" y="3628598"/>
            <a:ext cx="763621" cy="998068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4C1871DF-31F8-9110-DE6F-2B7AEB3BCCE3}"/>
              </a:ext>
            </a:extLst>
          </p:cNvPr>
          <p:cNvSpPr txBox="1"/>
          <p:nvPr/>
        </p:nvSpPr>
        <p:spPr>
          <a:xfrm>
            <a:off x="10232374" y="3274655"/>
            <a:ext cx="117559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식기세척기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ko-KR" altLang="en-US" sz="1000" dirty="0">
                <a:solidFill>
                  <a:srgbClr val="FF0000"/>
                </a:solidFill>
              </a:rPr>
              <a:t>너비 </a:t>
            </a:r>
            <a:r>
              <a:rPr lang="en-US" altLang="ko-KR" sz="1000" dirty="0">
                <a:solidFill>
                  <a:srgbClr val="FF0000"/>
                </a:solidFill>
              </a:rPr>
              <a:t>: 600 x 645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높이 </a:t>
            </a:r>
            <a:r>
              <a:rPr lang="en-US" altLang="ko-KR" sz="1000" dirty="0">
                <a:solidFill>
                  <a:srgbClr val="FF0000"/>
                </a:solidFill>
              </a:rPr>
              <a:t>: 810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걸레받이 </a:t>
            </a:r>
            <a:r>
              <a:rPr lang="en-US" altLang="ko-KR" sz="1000" dirty="0">
                <a:solidFill>
                  <a:srgbClr val="FF0000"/>
                </a:solidFill>
              </a:rPr>
              <a:t>: 145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07DF85-9A06-5462-4884-FBE7EAE25177}"/>
              </a:ext>
            </a:extLst>
          </p:cNvPr>
          <p:cNvSpPr txBox="1"/>
          <p:nvPr/>
        </p:nvSpPr>
        <p:spPr>
          <a:xfrm>
            <a:off x="7968261" y="1017578"/>
            <a:ext cx="762991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천장 높이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2350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D51501-B3D0-B8F2-2EA7-DEE002FD8235}"/>
              </a:ext>
            </a:extLst>
          </p:cNvPr>
          <p:cNvSpPr/>
          <p:nvPr/>
        </p:nvSpPr>
        <p:spPr>
          <a:xfrm rot="5400000">
            <a:off x="7223175" y="1359436"/>
            <a:ext cx="45719" cy="9342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7AEB8A7-62C3-433E-5D87-8D35B2EA4C67}"/>
              </a:ext>
            </a:extLst>
          </p:cNvPr>
          <p:cNvSpPr/>
          <p:nvPr/>
        </p:nvSpPr>
        <p:spPr>
          <a:xfrm rot="5400000">
            <a:off x="7271482" y="3690721"/>
            <a:ext cx="45719" cy="9342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95DA1C-9C85-7491-08B8-38ECB112EE98}"/>
              </a:ext>
            </a:extLst>
          </p:cNvPr>
          <p:cNvSpPr txBox="1"/>
          <p:nvPr/>
        </p:nvSpPr>
        <p:spPr>
          <a:xfrm>
            <a:off x="2476641" y="376300"/>
            <a:ext cx="1406246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시트지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2400 x 2700 (+a)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B11682-9871-FB12-D74A-EADF230E2C14}"/>
              </a:ext>
            </a:extLst>
          </p:cNvPr>
          <p:cNvSpPr txBox="1"/>
          <p:nvPr/>
        </p:nvSpPr>
        <p:spPr>
          <a:xfrm>
            <a:off x="6786562" y="187737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7203A08-D4AF-05A9-D712-D67DF53AD067}"/>
              </a:ext>
            </a:extLst>
          </p:cNvPr>
          <p:cNvSpPr txBox="1"/>
          <p:nvPr/>
        </p:nvSpPr>
        <p:spPr>
          <a:xfrm>
            <a:off x="6786562" y="2964233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A03ABC66-B10B-1B58-3712-8E5F02D6EB16}"/>
              </a:ext>
            </a:extLst>
          </p:cNvPr>
          <p:cNvCxnSpPr>
            <a:cxnSpLocks/>
          </p:cNvCxnSpPr>
          <p:nvPr/>
        </p:nvCxnSpPr>
        <p:spPr>
          <a:xfrm>
            <a:off x="6549343" y="2577022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7A6AC17-2509-6116-8FD4-3F4C6C00374F}"/>
              </a:ext>
            </a:extLst>
          </p:cNvPr>
          <p:cNvSpPr txBox="1"/>
          <p:nvPr/>
        </p:nvSpPr>
        <p:spPr>
          <a:xfrm>
            <a:off x="6479946" y="314769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D07FFC7-4031-3BED-735B-8F84E5B0E9E4}"/>
              </a:ext>
            </a:extLst>
          </p:cNvPr>
          <p:cNvCxnSpPr>
            <a:cxnSpLocks/>
          </p:cNvCxnSpPr>
          <p:nvPr/>
        </p:nvCxnSpPr>
        <p:spPr>
          <a:xfrm>
            <a:off x="7264172" y="1274301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5412AF0-02E8-8115-E837-A03866C90AE4}"/>
              </a:ext>
            </a:extLst>
          </p:cNvPr>
          <p:cNvCxnSpPr>
            <a:cxnSpLocks/>
          </p:cNvCxnSpPr>
          <p:nvPr/>
        </p:nvCxnSpPr>
        <p:spPr>
          <a:xfrm>
            <a:off x="7264172" y="2583121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0F9EE0EA-8553-2149-F844-F86653A4DAD2}"/>
              </a:ext>
            </a:extLst>
          </p:cNvPr>
          <p:cNvCxnSpPr>
            <a:cxnSpLocks/>
          </p:cNvCxnSpPr>
          <p:nvPr/>
        </p:nvCxnSpPr>
        <p:spPr>
          <a:xfrm flipH="1">
            <a:off x="6553200" y="1394929"/>
            <a:ext cx="246967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94C823D-76C4-921A-E470-55C321938045}"/>
              </a:ext>
            </a:extLst>
          </p:cNvPr>
          <p:cNvSpPr txBox="1"/>
          <p:nvPr/>
        </p:nvSpPr>
        <p:spPr>
          <a:xfrm>
            <a:off x="6504893" y="1141391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40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AEA20D4-5144-504C-0FC5-4B1373D8FD43}"/>
              </a:ext>
            </a:extLst>
          </p:cNvPr>
          <p:cNvSpPr txBox="1"/>
          <p:nvPr/>
        </p:nvSpPr>
        <p:spPr>
          <a:xfrm>
            <a:off x="7322004" y="1659266"/>
            <a:ext cx="4440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900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87E1FF4-7EE7-6FB5-7F0C-C2B96E63C91F}"/>
              </a:ext>
            </a:extLst>
          </p:cNvPr>
          <p:cNvCxnSpPr>
            <a:cxnSpLocks/>
          </p:cNvCxnSpPr>
          <p:nvPr/>
        </p:nvCxnSpPr>
        <p:spPr>
          <a:xfrm>
            <a:off x="7356022" y="1536700"/>
            <a:ext cx="0" cy="50165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CCB511F4-8230-993F-9A17-9C70B892F0BB}"/>
              </a:ext>
            </a:extLst>
          </p:cNvPr>
          <p:cNvSpPr txBox="1"/>
          <p:nvPr/>
        </p:nvSpPr>
        <p:spPr>
          <a:xfrm>
            <a:off x="7322005" y="3117224"/>
            <a:ext cx="3490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90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5B453BF-FCF8-7123-00D6-54E153A9B74E}"/>
              </a:ext>
            </a:extLst>
          </p:cNvPr>
          <p:cNvCxnSpPr>
            <a:cxnSpLocks/>
          </p:cNvCxnSpPr>
          <p:nvPr/>
        </p:nvCxnSpPr>
        <p:spPr>
          <a:xfrm>
            <a:off x="7356022" y="2994658"/>
            <a:ext cx="0" cy="50165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7378A1CE-E7E1-B8FF-6841-AEF7A506DF6F}"/>
              </a:ext>
            </a:extLst>
          </p:cNvPr>
          <p:cNvCxnSpPr>
            <a:cxnSpLocks/>
          </p:cNvCxnSpPr>
          <p:nvPr/>
        </p:nvCxnSpPr>
        <p:spPr>
          <a:xfrm flipH="1">
            <a:off x="6807653" y="1354668"/>
            <a:ext cx="3683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75EEC03-9F4A-19EB-4AFA-04A778EB003D}"/>
              </a:ext>
            </a:extLst>
          </p:cNvPr>
          <p:cNvSpPr txBox="1"/>
          <p:nvPr/>
        </p:nvSpPr>
        <p:spPr>
          <a:xfrm>
            <a:off x="6846425" y="1090675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70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7AACC73B-EBE6-9847-983B-E784744D8A7A}"/>
              </a:ext>
            </a:extLst>
          </p:cNvPr>
          <p:cNvCxnSpPr>
            <a:cxnSpLocks/>
          </p:cNvCxnSpPr>
          <p:nvPr/>
        </p:nvCxnSpPr>
        <p:spPr>
          <a:xfrm flipH="1">
            <a:off x="6807653" y="1420928"/>
            <a:ext cx="3683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0C073878-1EC8-1BEC-359C-591BB7D791D0}"/>
              </a:ext>
            </a:extLst>
          </p:cNvPr>
          <p:cNvSpPr txBox="1"/>
          <p:nvPr/>
        </p:nvSpPr>
        <p:spPr>
          <a:xfrm>
            <a:off x="6824814" y="1409742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70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FE3CDA-992F-9C78-214A-9F11B46A7FD6}"/>
              </a:ext>
            </a:extLst>
          </p:cNvPr>
          <p:cNvSpPr txBox="1"/>
          <p:nvPr/>
        </p:nvSpPr>
        <p:spPr>
          <a:xfrm>
            <a:off x="2533426" y="921089"/>
            <a:ext cx="577850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문틀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30 x 4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87AEEFDD-FFDC-3EC0-200A-5B5CA4EA12E5}"/>
              </a:ext>
            </a:extLst>
          </p:cNvPr>
          <p:cNvCxnSpPr>
            <a:cxnSpLocks/>
          </p:cNvCxnSpPr>
          <p:nvPr/>
        </p:nvCxnSpPr>
        <p:spPr>
          <a:xfrm flipV="1">
            <a:off x="3340100" y="3646345"/>
            <a:ext cx="0" cy="251477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2576CE6F-F1CD-2225-192D-8E219A75785D}"/>
              </a:ext>
            </a:extLst>
          </p:cNvPr>
          <p:cNvCxnSpPr>
            <a:cxnSpLocks/>
          </p:cNvCxnSpPr>
          <p:nvPr/>
        </p:nvCxnSpPr>
        <p:spPr>
          <a:xfrm flipV="1">
            <a:off x="3930083" y="3646345"/>
            <a:ext cx="0" cy="251477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3CF3296-08BC-4344-0F26-1C673110764B}"/>
              </a:ext>
            </a:extLst>
          </p:cNvPr>
          <p:cNvSpPr txBox="1"/>
          <p:nvPr/>
        </p:nvSpPr>
        <p:spPr>
          <a:xfrm>
            <a:off x="609741" y="1806027"/>
            <a:ext cx="1406246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시트지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1220 x 2350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3780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2B410-B8F2-8551-4EDB-2F09DE10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90786AB-5885-8271-0287-08631D9AE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1776" y="0"/>
            <a:ext cx="7917543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479E226-C222-0868-7D75-2A7A9E137270}"/>
              </a:ext>
            </a:extLst>
          </p:cNvPr>
          <p:cNvSpPr/>
          <p:nvPr/>
        </p:nvSpPr>
        <p:spPr>
          <a:xfrm>
            <a:off x="5263456" y="4594519"/>
            <a:ext cx="1620670" cy="1553001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01865645-E146-695D-DAA8-24457E0E3364}"/>
              </a:ext>
            </a:extLst>
          </p:cNvPr>
          <p:cNvSpPr/>
          <p:nvPr/>
        </p:nvSpPr>
        <p:spPr>
          <a:xfrm>
            <a:off x="5468801" y="474988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90B6360D-08E6-3A27-F39A-5EE474E8BE82}"/>
              </a:ext>
            </a:extLst>
          </p:cNvPr>
          <p:cNvSpPr/>
          <p:nvPr/>
        </p:nvSpPr>
        <p:spPr>
          <a:xfrm>
            <a:off x="5619080" y="474669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18143F3-460F-BD55-ADC4-FC8264CBB7AA}"/>
              </a:ext>
            </a:extLst>
          </p:cNvPr>
          <p:cNvSpPr/>
          <p:nvPr/>
        </p:nvSpPr>
        <p:spPr>
          <a:xfrm>
            <a:off x="4855281" y="463754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481D706-F651-C9FA-DAF7-74A6C2126B13}"/>
              </a:ext>
            </a:extLst>
          </p:cNvPr>
          <p:cNvSpPr/>
          <p:nvPr/>
        </p:nvSpPr>
        <p:spPr>
          <a:xfrm>
            <a:off x="4857421" y="527572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1AF77176-75C8-6F5C-E6FA-7EFA07E7CC91}"/>
              </a:ext>
            </a:extLst>
          </p:cNvPr>
          <p:cNvSpPr/>
          <p:nvPr/>
        </p:nvSpPr>
        <p:spPr>
          <a:xfrm>
            <a:off x="4858657" y="5931852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7EFB3A59-A5FF-FD3C-0654-291DE435AA50}"/>
              </a:ext>
            </a:extLst>
          </p:cNvPr>
          <p:cNvCxnSpPr/>
          <p:nvPr/>
        </p:nvCxnSpPr>
        <p:spPr>
          <a:xfrm>
            <a:off x="4855281" y="6413500"/>
            <a:ext cx="2167819" cy="0"/>
          </a:xfrm>
          <a:prstGeom prst="line">
            <a:avLst/>
          </a:prstGeom>
          <a:ln w="381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8A764B6C-8AB5-6727-F2A0-5C9B712C79B3}"/>
              </a:ext>
            </a:extLst>
          </p:cNvPr>
          <p:cNvCxnSpPr>
            <a:cxnSpLocks/>
            <a:stCxn id="58" idx="3"/>
            <a:endCxn id="37" idx="2"/>
          </p:cNvCxnSpPr>
          <p:nvPr/>
        </p:nvCxnSpPr>
        <p:spPr>
          <a:xfrm flipV="1">
            <a:off x="2250677" y="5337514"/>
            <a:ext cx="2606744" cy="8075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5A70A95A-63E0-B17B-C9B6-486DC94B3D9B}"/>
              </a:ext>
            </a:extLst>
          </p:cNvPr>
          <p:cNvSpPr/>
          <p:nvPr/>
        </p:nvSpPr>
        <p:spPr>
          <a:xfrm>
            <a:off x="652351" y="5646138"/>
            <a:ext cx="1598326" cy="99787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 err="1"/>
              <a:t>벽등</a:t>
            </a:r>
            <a:r>
              <a:rPr lang="en-US" altLang="ko-KR" sz="1200" dirty="0"/>
              <a:t>&gt;</a:t>
            </a:r>
          </a:p>
          <a:p>
            <a:pPr algn="ctr"/>
            <a:r>
              <a:rPr lang="ko-KR" altLang="en-US" sz="1200" dirty="0"/>
              <a:t>벽에서 </a:t>
            </a:r>
            <a:r>
              <a:rPr lang="en-US" altLang="ko-KR" sz="1200" dirty="0"/>
              <a:t>190mm</a:t>
            </a:r>
            <a:endParaRPr lang="ko-KR" altLang="en-US" sz="1200" dirty="0"/>
          </a:p>
        </p:txBody>
      </p:sp>
      <p:pic>
        <p:nvPicPr>
          <p:cNvPr id="8" name="그림 7" descr="텍스트, 원, 헤드폰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2162BF-B7A0-0574-0F0A-D59035A25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254" y="110424"/>
            <a:ext cx="1840687" cy="2520805"/>
          </a:xfrm>
          <a:prstGeom prst="rect">
            <a:avLst/>
          </a:prstGeom>
        </p:spPr>
      </p:pic>
      <p:pic>
        <p:nvPicPr>
          <p:cNvPr id="11" name="그림 10" descr="텍스트, 스크린샷, 원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0E830A-CC96-8511-8171-88E88359CA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8221" y="110424"/>
            <a:ext cx="1858525" cy="2512038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80E7B5EE-D2A4-D1B5-3FCD-D07B138326C8}"/>
              </a:ext>
            </a:extLst>
          </p:cNvPr>
          <p:cNvSpPr/>
          <p:nvPr/>
        </p:nvSpPr>
        <p:spPr>
          <a:xfrm>
            <a:off x="5764949" y="4748880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893FF99A-185B-DD04-D3A6-9CC06334BDAD}"/>
              </a:ext>
            </a:extLst>
          </p:cNvPr>
          <p:cNvSpPr/>
          <p:nvPr/>
        </p:nvSpPr>
        <p:spPr>
          <a:xfrm>
            <a:off x="6325776" y="474988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33E7FCA-3F1B-2D05-035E-D19EEB4D85D3}"/>
              </a:ext>
            </a:extLst>
          </p:cNvPr>
          <p:cNvSpPr/>
          <p:nvPr/>
        </p:nvSpPr>
        <p:spPr>
          <a:xfrm>
            <a:off x="6476055" y="474669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9E76F61-FC74-4E1F-443C-BA52A7D62E4D}"/>
              </a:ext>
            </a:extLst>
          </p:cNvPr>
          <p:cNvSpPr/>
          <p:nvPr/>
        </p:nvSpPr>
        <p:spPr>
          <a:xfrm>
            <a:off x="6621924" y="4748880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923B270-AB13-D1C3-E86E-0BC399402757}"/>
              </a:ext>
            </a:extLst>
          </p:cNvPr>
          <p:cNvSpPr/>
          <p:nvPr/>
        </p:nvSpPr>
        <p:spPr>
          <a:xfrm>
            <a:off x="5431791" y="5868934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7BF06E7F-9898-DE89-A933-32AA0513942C}"/>
              </a:ext>
            </a:extLst>
          </p:cNvPr>
          <p:cNvSpPr/>
          <p:nvPr/>
        </p:nvSpPr>
        <p:spPr>
          <a:xfrm>
            <a:off x="5582070" y="5865746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E200A28D-7B84-0B27-D6BB-690BC5ED2B48}"/>
              </a:ext>
            </a:extLst>
          </p:cNvPr>
          <p:cNvSpPr/>
          <p:nvPr/>
        </p:nvSpPr>
        <p:spPr>
          <a:xfrm>
            <a:off x="5727939" y="5867929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C5B71BCC-BF17-2A9E-F8C0-56F47343D1E1}"/>
              </a:ext>
            </a:extLst>
          </p:cNvPr>
          <p:cNvSpPr/>
          <p:nvPr/>
        </p:nvSpPr>
        <p:spPr>
          <a:xfrm>
            <a:off x="6326596" y="5881994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6521FDD0-461B-8657-31AE-BB8644719E68}"/>
              </a:ext>
            </a:extLst>
          </p:cNvPr>
          <p:cNvSpPr/>
          <p:nvPr/>
        </p:nvSpPr>
        <p:spPr>
          <a:xfrm>
            <a:off x="6476875" y="5878806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BF481980-3EDB-C69F-5E3C-083F8A37E0CB}"/>
              </a:ext>
            </a:extLst>
          </p:cNvPr>
          <p:cNvSpPr/>
          <p:nvPr/>
        </p:nvSpPr>
        <p:spPr>
          <a:xfrm>
            <a:off x="6622744" y="5880989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C2392FC-F287-224F-B27C-84F481C4E2DB}"/>
              </a:ext>
            </a:extLst>
          </p:cNvPr>
          <p:cNvSpPr/>
          <p:nvPr/>
        </p:nvSpPr>
        <p:spPr>
          <a:xfrm>
            <a:off x="10475354" y="4870270"/>
            <a:ext cx="1598326" cy="590817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/>
              <a:t>실링팬</a:t>
            </a:r>
            <a:r>
              <a:rPr lang="ko-KR" altLang="en-US" sz="1200" dirty="0"/>
              <a:t> 상시 전원 연결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CAD5888-8C97-F509-0D49-1A704BAA0355}"/>
              </a:ext>
            </a:extLst>
          </p:cNvPr>
          <p:cNvSpPr/>
          <p:nvPr/>
        </p:nvSpPr>
        <p:spPr>
          <a:xfrm>
            <a:off x="10215154" y="3613867"/>
            <a:ext cx="1858526" cy="105845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/>
              <a:t>스위치</a:t>
            </a:r>
            <a:r>
              <a:rPr lang="en-US" altLang="ko-KR" sz="1200" dirty="0"/>
              <a:t>1&gt;</a:t>
            </a:r>
          </a:p>
          <a:p>
            <a:pPr algn="ctr"/>
            <a:r>
              <a:rPr lang="en-US" altLang="ko-KR" sz="1200" dirty="0"/>
              <a:t>T5 </a:t>
            </a:r>
            <a:r>
              <a:rPr lang="ko-KR" altLang="en-US" sz="1200" dirty="0"/>
              <a:t>선 두개 </a:t>
            </a:r>
            <a:r>
              <a:rPr lang="ko-KR" altLang="en-US" sz="1200" dirty="0" err="1"/>
              <a:t>빼주세요</a:t>
            </a:r>
            <a:endParaRPr lang="en-US" altLang="ko-KR" sz="1200" dirty="0"/>
          </a:p>
          <a:p>
            <a:pPr algn="ctr"/>
            <a:r>
              <a:rPr lang="en-US" altLang="ko-KR" sz="1200" dirty="0"/>
              <a:t>(</a:t>
            </a:r>
            <a:r>
              <a:rPr lang="ko-KR" altLang="en-US" sz="1200" dirty="0" err="1"/>
              <a:t>ㄱ자</a:t>
            </a:r>
            <a:r>
              <a:rPr lang="en-US" altLang="ko-KR" sz="1200" dirty="0"/>
              <a:t>/</a:t>
            </a:r>
            <a:r>
              <a:rPr lang="ko-KR" altLang="en-US" sz="1200" dirty="0" err="1"/>
              <a:t>ㄱ자</a:t>
            </a:r>
            <a:r>
              <a:rPr lang="ko-KR" altLang="en-US" sz="1200" dirty="0"/>
              <a:t> 따로 설치 예정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6251E807-07F9-E1CC-A0C1-D9D35E9D0516}"/>
              </a:ext>
            </a:extLst>
          </p:cNvPr>
          <p:cNvCxnSpPr>
            <a:stCxn id="40" idx="1"/>
          </p:cNvCxnSpPr>
          <p:nvPr/>
        </p:nvCxnSpPr>
        <p:spPr>
          <a:xfrm flipH="1">
            <a:off x="6884126" y="4143094"/>
            <a:ext cx="3331028" cy="4514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AEC9399-EA93-EF02-BBF9-3F846FD09A8F}"/>
              </a:ext>
            </a:extLst>
          </p:cNvPr>
          <p:cNvCxnSpPr>
            <a:stCxn id="36" idx="1"/>
          </p:cNvCxnSpPr>
          <p:nvPr/>
        </p:nvCxnSpPr>
        <p:spPr>
          <a:xfrm flipH="1">
            <a:off x="6172200" y="5165679"/>
            <a:ext cx="4303154" cy="2336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335FFBB-6EDE-37B5-86AF-7EDACE29E615}"/>
              </a:ext>
            </a:extLst>
          </p:cNvPr>
          <p:cNvSpPr/>
          <p:nvPr/>
        </p:nvSpPr>
        <p:spPr>
          <a:xfrm>
            <a:off x="10168220" y="5698949"/>
            <a:ext cx="1858526" cy="96499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/>
              <a:t>스위치</a:t>
            </a:r>
            <a:r>
              <a:rPr lang="en-US" altLang="ko-KR" sz="1200" dirty="0"/>
              <a:t>2&gt;</a:t>
            </a:r>
          </a:p>
          <a:p>
            <a:pPr algn="ctr"/>
            <a:r>
              <a:rPr lang="ko-KR" altLang="en-US" sz="1200" dirty="0" err="1"/>
              <a:t>다운라이트</a:t>
            </a:r>
            <a:r>
              <a:rPr lang="ko-KR" altLang="en-US" sz="1200" dirty="0"/>
              <a:t> 연결</a:t>
            </a:r>
            <a:endParaRPr lang="en-US" altLang="ko-KR" sz="1200" dirty="0"/>
          </a:p>
          <a:p>
            <a:pPr algn="ctr"/>
            <a:r>
              <a:rPr lang="ko-KR" altLang="en-US" sz="1200" dirty="0" err="1"/>
              <a:t>다운라이트</a:t>
            </a:r>
            <a:r>
              <a:rPr lang="ko-KR" altLang="en-US" sz="1200" dirty="0"/>
              <a:t> 사이 간격은 </a:t>
            </a:r>
            <a:r>
              <a:rPr lang="en-US" altLang="ko-KR" sz="1200" dirty="0"/>
              <a:t>180mm</a:t>
            </a:r>
            <a:endParaRPr lang="ko-KR" altLang="en-US" sz="1200" dirty="0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238B6F79-1002-DEAB-6D78-141C7063AED3}"/>
              </a:ext>
            </a:extLst>
          </p:cNvPr>
          <p:cNvCxnSpPr>
            <a:cxnSpLocks/>
            <a:stCxn id="48" idx="1"/>
            <a:endCxn id="32" idx="7"/>
          </p:cNvCxnSpPr>
          <p:nvPr/>
        </p:nvCxnSpPr>
        <p:spPr>
          <a:xfrm flipH="1" flipV="1">
            <a:off x="6728220" y="5899086"/>
            <a:ext cx="3440000" cy="2823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A8EC796-5CCD-79BB-3C8F-398774447012}"/>
              </a:ext>
            </a:extLst>
          </p:cNvPr>
          <p:cNvCxnSpPr/>
          <p:nvPr/>
        </p:nvCxnSpPr>
        <p:spPr>
          <a:xfrm>
            <a:off x="4917067" y="4761118"/>
            <a:ext cx="0" cy="165238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C163A1B-760A-3371-15FE-5016CE071E89}"/>
              </a:ext>
            </a:extLst>
          </p:cNvPr>
          <p:cNvSpPr txBox="1"/>
          <p:nvPr/>
        </p:nvSpPr>
        <p:spPr>
          <a:xfrm>
            <a:off x="5758149" y="4184140"/>
            <a:ext cx="896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2915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06FA7D-E345-6AEB-8835-920774E466D6}"/>
              </a:ext>
            </a:extLst>
          </p:cNvPr>
          <p:cNvSpPr txBox="1"/>
          <p:nvPr/>
        </p:nvSpPr>
        <p:spPr>
          <a:xfrm>
            <a:off x="6849584" y="5119376"/>
            <a:ext cx="896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2740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57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A6272-D347-279F-C219-A9369DD85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266D6C55-1D86-A2B0-789B-4B74E7773F1E}"/>
              </a:ext>
            </a:extLst>
          </p:cNvPr>
          <p:cNvSpPr txBox="1"/>
          <p:nvPr/>
        </p:nvSpPr>
        <p:spPr>
          <a:xfrm>
            <a:off x="542924" y="128263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PS101</a:t>
            </a:r>
            <a:r>
              <a:rPr lang="ko-KR" altLang="en-US" sz="1200" b="1" dirty="0"/>
              <a:t> 롤 재단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D10EDF6-60A1-31DA-B084-E2A5E9772667}"/>
              </a:ext>
            </a:extLst>
          </p:cNvPr>
          <p:cNvSpPr/>
          <p:nvPr/>
        </p:nvSpPr>
        <p:spPr>
          <a:xfrm rot="5400000">
            <a:off x="665457" y="1406524"/>
            <a:ext cx="1606550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4E3FD7E-C36E-FCCA-6AE6-FB8F00F4986D}"/>
              </a:ext>
            </a:extLst>
          </p:cNvPr>
          <p:cNvSpPr/>
          <p:nvPr/>
        </p:nvSpPr>
        <p:spPr>
          <a:xfrm rot="5400000">
            <a:off x="449557" y="1406524"/>
            <a:ext cx="1606550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8631D64-8062-1991-7729-7965DFD9EFAA}"/>
              </a:ext>
            </a:extLst>
          </p:cNvPr>
          <p:cNvSpPr/>
          <p:nvPr/>
        </p:nvSpPr>
        <p:spPr>
          <a:xfrm rot="5400000">
            <a:off x="233657" y="1406524"/>
            <a:ext cx="1606550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9C03BE7-45C2-A8B1-36D7-ED2053784532}"/>
              </a:ext>
            </a:extLst>
          </p:cNvPr>
          <p:cNvSpPr/>
          <p:nvPr/>
        </p:nvSpPr>
        <p:spPr>
          <a:xfrm rot="5400000">
            <a:off x="17757" y="1406524"/>
            <a:ext cx="1606550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3020E4-C881-BCEE-8850-2520EA838BA1}"/>
              </a:ext>
            </a:extLst>
          </p:cNvPr>
          <p:cNvSpPr txBox="1"/>
          <p:nvPr/>
        </p:nvSpPr>
        <p:spPr>
          <a:xfrm>
            <a:off x="395260" y="135699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240</a:t>
            </a:r>
            <a:endParaRPr lang="ko-KR" altLang="en-US" sz="9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2C5618-399E-4A6C-030E-64F94F6B4CE3}"/>
              </a:ext>
            </a:extLst>
          </p:cNvPr>
          <p:cNvSpPr txBox="1"/>
          <p:nvPr/>
        </p:nvSpPr>
        <p:spPr>
          <a:xfrm>
            <a:off x="611160" y="76366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497A49-8C6B-886F-F37B-BCCBD17CB478}"/>
              </a:ext>
            </a:extLst>
          </p:cNvPr>
          <p:cNvSpPr txBox="1"/>
          <p:nvPr/>
        </p:nvSpPr>
        <p:spPr>
          <a:xfrm>
            <a:off x="834526" y="76366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DB3E05-4864-1ABE-001D-2CE2B361BEDA}"/>
              </a:ext>
            </a:extLst>
          </p:cNvPr>
          <p:cNvSpPr txBox="1"/>
          <p:nvPr/>
        </p:nvSpPr>
        <p:spPr>
          <a:xfrm>
            <a:off x="1044077" y="76366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F42A42-60DE-17AF-894D-47F94E757341}"/>
              </a:ext>
            </a:extLst>
          </p:cNvPr>
          <p:cNvSpPr txBox="1"/>
          <p:nvPr/>
        </p:nvSpPr>
        <p:spPr>
          <a:xfrm>
            <a:off x="1260534" y="763659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EA9B592-BEA3-49EF-BCE5-EB15F2901A81}"/>
              </a:ext>
            </a:extLst>
          </p:cNvPr>
          <p:cNvSpPr/>
          <p:nvPr/>
        </p:nvSpPr>
        <p:spPr>
          <a:xfrm rot="5400000">
            <a:off x="768644" y="2909886"/>
            <a:ext cx="1400175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55F019-C1AD-099F-5E66-3554FE765CE7}"/>
              </a:ext>
            </a:extLst>
          </p:cNvPr>
          <p:cNvSpPr/>
          <p:nvPr/>
        </p:nvSpPr>
        <p:spPr>
          <a:xfrm rot="5400000">
            <a:off x="552744" y="2909886"/>
            <a:ext cx="1400175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58C077D-5FEA-1FC1-64E1-DF859D3CBCB2}"/>
              </a:ext>
            </a:extLst>
          </p:cNvPr>
          <p:cNvSpPr/>
          <p:nvPr/>
        </p:nvSpPr>
        <p:spPr>
          <a:xfrm rot="5400000">
            <a:off x="336844" y="2909886"/>
            <a:ext cx="1400175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32DBF23-9813-4516-85B5-497ABEB1D0F1}"/>
              </a:ext>
            </a:extLst>
          </p:cNvPr>
          <p:cNvSpPr/>
          <p:nvPr/>
        </p:nvSpPr>
        <p:spPr>
          <a:xfrm rot="5400000">
            <a:off x="120944" y="2909886"/>
            <a:ext cx="1400175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819919-B144-80E9-38FF-3B022B72F1D1}"/>
              </a:ext>
            </a:extLst>
          </p:cNvPr>
          <p:cNvSpPr txBox="1"/>
          <p:nvPr/>
        </p:nvSpPr>
        <p:spPr>
          <a:xfrm rot="5400000">
            <a:off x="395259" y="290242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190</a:t>
            </a:r>
            <a:endParaRPr lang="ko-KR" altLang="en-US" sz="9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D3FA57A-56C1-B9EF-1C8E-D3D9C060AA66}"/>
              </a:ext>
            </a:extLst>
          </p:cNvPr>
          <p:cNvSpPr txBox="1"/>
          <p:nvPr/>
        </p:nvSpPr>
        <p:spPr>
          <a:xfrm>
            <a:off x="611159" y="2373186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120D652-29F2-5909-92E0-625F34E15F98}"/>
              </a:ext>
            </a:extLst>
          </p:cNvPr>
          <p:cNvSpPr txBox="1"/>
          <p:nvPr/>
        </p:nvSpPr>
        <p:spPr>
          <a:xfrm>
            <a:off x="834525" y="2373186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427EA5E-5C13-1B06-C6B9-0CED2111D0E3}"/>
              </a:ext>
            </a:extLst>
          </p:cNvPr>
          <p:cNvSpPr txBox="1"/>
          <p:nvPr/>
        </p:nvSpPr>
        <p:spPr>
          <a:xfrm>
            <a:off x="1044076" y="2373186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E3ACFEE-F871-2447-74A3-AA9D8E9C4EAC}"/>
              </a:ext>
            </a:extLst>
          </p:cNvPr>
          <p:cNvSpPr txBox="1"/>
          <p:nvPr/>
        </p:nvSpPr>
        <p:spPr>
          <a:xfrm>
            <a:off x="1260534" y="2373186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A9B978C-AED7-51E5-1862-0AB6CBA65EF6}"/>
              </a:ext>
            </a:extLst>
          </p:cNvPr>
          <p:cNvSpPr txBox="1"/>
          <p:nvPr/>
        </p:nvSpPr>
        <p:spPr>
          <a:xfrm>
            <a:off x="994561" y="400651"/>
            <a:ext cx="487363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116</a:t>
            </a:r>
            <a:endParaRPr lang="ko-KR" altLang="en-US" sz="1100" b="1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4F1A32A-0B90-AD88-80DF-04CAFDA597A2}"/>
              </a:ext>
            </a:extLst>
          </p:cNvPr>
          <p:cNvSpPr txBox="1"/>
          <p:nvPr/>
        </p:nvSpPr>
        <p:spPr>
          <a:xfrm>
            <a:off x="103893" y="3619265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850</a:t>
            </a:r>
            <a:endParaRPr lang="ko-KR" altLang="en-US" sz="1100" b="1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8FC281F-3EA9-1BB3-BC85-4FDF61C91E58}"/>
              </a:ext>
            </a:extLst>
          </p:cNvPr>
          <p:cNvSpPr/>
          <p:nvPr/>
        </p:nvSpPr>
        <p:spPr>
          <a:xfrm rot="5400000">
            <a:off x="408679" y="1879202"/>
            <a:ext cx="2509044" cy="17303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1CDB57-A103-2429-AB27-046331CE01F8}"/>
              </a:ext>
            </a:extLst>
          </p:cNvPr>
          <p:cNvSpPr txBox="1"/>
          <p:nvPr/>
        </p:nvSpPr>
        <p:spPr>
          <a:xfrm>
            <a:off x="1648645" y="1833039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340</a:t>
            </a:r>
            <a:endParaRPr lang="ko-KR" altLang="en-US" sz="9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214311-6954-3D7D-8B74-3653164089D7}"/>
              </a:ext>
            </a:extLst>
          </p:cNvPr>
          <p:cNvSpPr txBox="1"/>
          <p:nvPr/>
        </p:nvSpPr>
        <p:spPr>
          <a:xfrm>
            <a:off x="1460644" y="763659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20811F7-5CA7-CBD2-3B7C-16912E6C0BDB}"/>
              </a:ext>
            </a:extLst>
          </p:cNvPr>
          <p:cNvSpPr/>
          <p:nvPr/>
        </p:nvSpPr>
        <p:spPr>
          <a:xfrm rot="5400000">
            <a:off x="408679" y="4388246"/>
            <a:ext cx="2509044" cy="17303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0429DA-3742-13F2-0D19-BBC3CBA07D39}"/>
              </a:ext>
            </a:extLst>
          </p:cNvPr>
          <p:cNvSpPr txBox="1"/>
          <p:nvPr/>
        </p:nvSpPr>
        <p:spPr>
          <a:xfrm>
            <a:off x="1648645" y="434208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340</a:t>
            </a:r>
            <a:endParaRPr lang="ko-KR" altLang="en-US" sz="900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C75B7B0-53E9-9BC9-3B5B-BFA67B9ED6EE}"/>
              </a:ext>
            </a:extLst>
          </p:cNvPr>
          <p:cNvSpPr txBox="1"/>
          <p:nvPr/>
        </p:nvSpPr>
        <p:spPr>
          <a:xfrm>
            <a:off x="1465289" y="3234704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5304C7F-FC33-8B40-2AE2-F7540C297B51}"/>
              </a:ext>
            </a:extLst>
          </p:cNvPr>
          <p:cNvSpPr/>
          <p:nvPr/>
        </p:nvSpPr>
        <p:spPr>
          <a:xfrm rot="5400000">
            <a:off x="419016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AB3CE5A-358A-93C4-5D2D-17DA1E24F5FB}"/>
              </a:ext>
            </a:extLst>
          </p:cNvPr>
          <p:cNvSpPr/>
          <p:nvPr/>
        </p:nvSpPr>
        <p:spPr>
          <a:xfrm rot="5400000">
            <a:off x="274133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D7EBA6C-3BF5-2582-1891-AF6811196D88}"/>
              </a:ext>
            </a:extLst>
          </p:cNvPr>
          <p:cNvSpPr/>
          <p:nvPr/>
        </p:nvSpPr>
        <p:spPr>
          <a:xfrm rot="5400000">
            <a:off x="134724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F37158-0C28-BDDB-B567-1D0462135CA4}"/>
              </a:ext>
            </a:extLst>
          </p:cNvPr>
          <p:cNvSpPr/>
          <p:nvPr/>
        </p:nvSpPr>
        <p:spPr>
          <a:xfrm rot="5400000">
            <a:off x="-27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579FC73-C832-873D-5D2F-EF97B0F66664}"/>
              </a:ext>
            </a:extLst>
          </p:cNvPr>
          <p:cNvSpPr/>
          <p:nvPr/>
        </p:nvSpPr>
        <p:spPr>
          <a:xfrm rot="5400000">
            <a:off x="563052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C1D012-AD5A-D2DB-E36A-EC5986639F20}"/>
              </a:ext>
            </a:extLst>
          </p:cNvPr>
          <p:cNvSpPr txBox="1"/>
          <p:nvPr/>
        </p:nvSpPr>
        <p:spPr>
          <a:xfrm>
            <a:off x="395260" y="4387527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230</a:t>
            </a:r>
            <a:endParaRPr lang="ko-KR" altLang="en-US" sz="9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87A7105-3A21-73D5-59FC-D8E5B8C6332E}"/>
              </a:ext>
            </a:extLst>
          </p:cNvPr>
          <p:cNvSpPr/>
          <p:nvPr/>
        </p:nvSpPr>
        <p:spPr>
          <a:xfrm rot="5400000">
            <a:off x="711225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BBD4D-7ABD-8027-6E50-4D7666E59BC3}"/>
              </a:ext>
            </a:extLst>
          </p:cNvPr>
          <p:cNvSpPr txBox="1"/>
          <p:nvPr/>
        </p:nvSpPr>
        <p:spPr>
          <a:xfrm>
            <a:off x="590376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10BC56-255C-039C-0DE9-30FB25235DB9}"/>
              </a:ext>
            </a:extLst>
          </p:cNvPr>
          <p:cNvSpPr txBox="1"/>
          <p:nvPr/>
        </p:nvSpPr>
        <p:spPr>
          <a:xfrm>
            <a:off x="720583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5B5790-33CC-8E28-91C1-0A9686BD5207}"/>
              </a:ext>
            </a:extLst>
          </p:cNvPr>
          <p:cNvSpPr txBox="1"/>
          <p:nvPr/>
        </p:nvSpPr>
        <p:spPr>
          <a:xfrm>
            <a:off x="857986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3FF723-1F55-3A87-B0DC-6DD589315E77}"/>
              </a:ext>
            </a:extLst>
          </p:cNvPr>
          <p:cNvSpPr txBox="1"/>
          <p:nvPr/>
        </p:nvSpPr>
        <p:spPr>
          <a:xfrm>
            <a:off x="1001795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0C72A8-E75C-6B20-75AC-92D0371E2B54}"/>
              </a:ext>
            </a:extLst>
          </p:cNvPr>
          <p:cNvSpPr txBox="1"/>
          <p:nvPr/>
        </p:nvSpPr>
        <p:spPr>
          <a:xfrm>
            <a:off x="1151253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873905-03CB-ED77-8AC9-BA2952B0A422}"/>
              </a:ext>
            </a:extLst>
          </p:cNvPr>
          <p:cNvSpPr txBox="1"/>
          <p:nvPr/>
        </p:nvSpPr>
        <p:spPr>
          <a:xfrm>
            <a:off x="1299829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E2A494-3D92-0F2E-2304-E98CE174838D}"/>
              </a:ext>
            </a:extLst>
          </p:cNvPr>
          <p:cNvSpPr txBox="1"/>
          <p:nvPr/>
        </p:nvSpPr>
        <p:spPr>
          <a:xfrm>
            <a:off x="395259" y="5872632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190</a:t>
            </a:r>
            <a:endParaRPr lang="ko-KR" altLang="en-US" sz="9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C22A74-4C08-1D19-F843-04D4D337F415}"/>
              </a:ext>
            </a:extLst>
          </p:cNvPr>
          <p:cNvSpPr/>
          <p:nvPr/>
        </p:nvSpPr>
        <p:spPr>
          <a:xfrm rot="5400000">
            <a:off x="419015" y="6001072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FE2C61B-75BA-B2AB-3878-AE1C3F266CD6}"/>
              </a:ext>
            </a:extLst>
          </p:cNvPr>
          <p:cNvSpPr/>
          <p:nvPr/>
        </p:nvSpPr>
        <p:spPr>
          <a:xfrm rot="5400000">
            <a:off x="274132" y="6001072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4C7532B-FE98-9606-D7BF-A0ED52E083B4}"/>
              </a:ext>
            </a:extLst>
          </p:cNvPr>
          <p:cNvSpPr/>
          <p:nvPr/>
        </p:nvSpPr>
        <p:spPr>
          <a:xfrm rot="5400000">
            <a:off x="134723" y="6001072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A11925D-9AFF-FD76-5793-A8FE08C81BB6}"/>
              </a:ext>
            </a:extLst>
          </p:cNvPr>
          <p:cNvSpPr/>
          <p:nvPr/>
        </p:nvSpPr>
        <p:spPr>
          <a:xfrm rot="5400000">
            <a:off x="-28" y="6001072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CD031-DE7B-D198-0980-DA6F0D063C8C}"/>
              </a:ext>
            </a:extLst>
          </p:cNvPr>
          <p:cNvSpPr txBox="1"/>
          <p:nvPr/>
        </p:nvSpPr>
        <p:spPr>
          <a:xfrm>
            <a:off x="590375" y="530391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A8C91E-2D1D-7C4D-FFED-3CA982F11B19}"/>
              </a:ext>
            </a:extLst>
          </p:cNvPr>
          <p:cNvSpPr txBox="1"/>
          <p:nvPr/>
        </p:nvSpPr>
        <p:spPr>
          <a:xfrm>
            <a:off x="720582" y="530391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CE768F-6680-FACC-F753-4FE0B1AFB35D}"/>
              </a:ext>
            </a:extLst>
          </p:cNvPr>
          <p:cNvSpPr txBox="1"/>
          <p:nvPr/>
        </p:nvSpPr>
        <p:spPr>
          <a:xfrm>
            <a:off x="857985" y="530391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74380B-702A-91FE-3701-89E071D8C925}"/>
              </a:ext>
            </a:extLst>
          </p:cNvPr>
          <p:cNvSpPr txBox="1"/>
          <p:nvPr/>
        </p:nvSpPr>
        <p:spPr>
          <a:xfrm>
            <a:off x="1001794" y="530391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D273E5C2-7F4C-D8B7-EE81-BA01FD8E9B9A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B486F06-B327-9E38-1048-2A0F126E5D75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628AAFC-97B3-C830-85D8-FB62CFDEFE52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708FF5EF-0F6A-23BF-4FD1-782112239C92}"/>
              </a:ext>
            </a:extLst>
          </p:cNvPr>
          <p:cNvGrpSpPr/>
          <p:nvPr/>
        </p:nvGrpSpPr>
        <p:grpSpPr>
          <a:xfrm>
            <a:off x="2231388" y="574132"/>
            <a:ext cx="3715411" cy="6047648"/>
            <a:chOff x="64109" y="574132"/>
            <a:chExt cx="3715411" cy="6047648"/>
          </a:xfrm>
        </p:grpSpPr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21BC40FE-B9CE-1D06-1A91-1019EC966A13}"/>
                </a:ext>
              </a:extLst>
            </p:cNvPr>
            <p:cNvSpPr/>
            <p:nvPr/>
          </p:nvSpPr>
          <p:spPr>
            <a:xfrm>
              <a:off x="64109" y="574132"/>
              <a:ext cx="3715411" cy="6047648"/>
            </a:xfrm>
            <a:prstGeom prst="rect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DE6B691-9359-6BD8-171B-6EEF603A3335}"/>
                </a:ext>
              </a:extLst>
            </p:cNvPr>
            <p:cNvSpPr txBox="1"/>
            <p:nvPr/>
          </p:nvSpPr>
          <p:spPr>
            <a:xfrm>
              <a:off x="2167057" y="574356"/>
              <a:ext cx="12096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200" b="1" dirty="0"/>
                <a:t>창문</a:t>
              </a:r>
            </a:p>
          </p:txBody>
        </p: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A8C6E660-49EA-6911-38C4-0B3BB9DD8B24}"/>
                </a:ext>
              </a:extLst>
            </p:cNvPr>
            <p:cNvGrpSpPr/>
            <p:nvPr/>
          </p:nvGrpSpPr>
          <p:grpSpPr>
            <a:xfrm>
              <a:off x="1831041" y="888468"/>
              <a:ext cx="455695" cy="986055"/>
              <a:chOff x="1831041" y="888468"/>
              <a:chExt cx="455695" cy="986055"/>
            </a:xfrm>
          </p:grpSpPr>
          <p:sp>
            <p:nvSpPr>
              <p:cNvPr id="152" name="직사각형 151">
                <a:extLst>
                  <a:ext uri="{FF2B5EF4-FFF2-40B4-BE49-F238E27FC236}">
                    <a16:creationId xmlns:a16="http://schemas.microsoft.com/office/drawing/2014/main" id="{DBB55878-84DD-B967-8CFF-BE5D6678933D}"/>
                  </a:ext>
                </a:extLst>
              </p:cNvPr>
              <p:cNvSpPr/>
              <p:nvPr/>
            </p:nvSpPr>
            <p:spPr>
              <a:xfrm rot="5400000">
                <a:off x="1590958" y="1229628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3CAD0C84-DAAF-2F14-0496-4ED9BAAEB599}"/>
                  </a:ext>
                </a:extLst>
              </p:cNvPr>
              <p:cNvSpPr txBox="1"/>
              <p:nvPr/>
            </p:nvSpPr>
            <p:spPr>
              <a:xfrm>
                <a:off x="1831041" y="1266080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495F069B-2E7D-CAD0-5BDE-B2A70924E6E1}"/>
                  </a:ext>
                </a:extLst>
              </p:cNvPr>
              <p:cNvSpPr txBox="1"/>
              <p:nvPr/>
            </p:nvSpPr>
            <p:spPr>
              <a:xfrm>
                <a:off x="1881923" y="1638865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207B670D-A728-97FE-4DCD-A36B880F3885}"/>
                </a:ext>
              </a:extLst>
            </p:cNvPr>
            <p:cNvGrpSpPr/>
            <p:nvPr/>
          </p:nvGrpSpPr>
          <p:grpSpPr>
            <a:xfrm>
              <a:off x="2245770" y="888470"/>
              <a:ext cx="455695" cy="986055"/>
              <a:chOff x="2245770" y="888470"/>
              <a:chExt cx="455695" cy="986055"/>
            </a:xfrm>
          </p:grpSpPr>
          <p:sp>
            <p:nvSpPr>
              <p:cNvPr id="149" name="직사각형 148">
                <a:extLst>
                  <a:ext uri="{FF2B5EF4-FFF2-40B4-BE49-F238E27FC236}">
                    <a16:creationId xmlns:a16="http://schemas.microsoft.com/office/drawing/2014/main" id="{36D14A21-A15C-F323-6CB8-8D421C340DB9}"/>
                  </a:ext>
                </a:extLst>
              </p:cNvPr>
              <p:cNvSpPr/>
              <p:nvPr/>
            </p:nvSpPr>
            <p:spPr>
              <a:xfrm rot="5400000">
                <a:off x="2005687" y="1229630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E398198F-0681-94BE-016A-298147E91135}"/>
                  </a:ext>
                </a:extLst>
              </p:cNvPr>
              <p:cNvSpPr txBox="1"/>
              <p:nvPr/>
            </p:nvSpPr>
            <p:spPr>
              <a:xfrm>
                <a:off x="2245770" y="1266082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B7AB984B-A693-6FA6-1DD6-62375BA93B89}"/>
                  </a:ext>
                </a:extLst>
              </p:cNvPr>
              <p:cNvSpPr txBox="1"/>
              <p:nvPr/>
            </p:nvSpPr>
            <p:spPr>
              <a:xfrm>
                <a:off x="2296652" y="1638867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E96B6A85-689A-C9C7-C50E-7226152253F0}"/>
                </a:ext>
              </a:extLst>
            </p:cNvPr>
            <p:cNvGrpSpPr/>
            <p:nvPr/>
          </p:nvGrpSpPr>
          <p:grpSpPr>
            <a:xfrm>
              <a:off x="1831041" y="1988218"/>
              <a:ext cx="455695" cy="986055"/>
              <a:chOff x="1831041" y="1988218"/>
              <a:chExt cx="455695" cy="986055"/>
            </a:xfrm>
          </p:grpSpPr>
          <p:sp>
            <p:nvSpPr>
              <p:cNvPr id="137" name="직사각형 136">
                <a:extLst>
                  <a:ext uri="{FF2B5EF4-FFF2-40B4-BE49-F238E27FC236}">
                    <a16:creationId xmlns:a16="http://schemas.microsoft.com/office/drawing/2014/main" id="{935FDF7C-10B8-ED96-0661-E485E74532B7}"/>
                  </a:ext>
                </a:extLst>
              </p:cNvPr>
              <p:cNvSpPr/>
              <p:nvPr/>
            </p:nvSpPr>
            <p:spPr>
              <a:xfrm rot="5400000">
                <a:off x="1590958" y="2329378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6AAE5624-5F80-65D6-65E0-F68DBAB44859}"/>
                  </a:ext>
                </a:extLst>
              </p:cNvPr>
              <p:cNvSpPr txBox="1"/>
              <p:nvPr/>
            </p:nvSpPr>
            <p:spPr>
              <a:xfrm>
                <a:off x="1831041" y="2365830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C86DA095-7900-45F5-BF48-1886A61BF8F6}"/>
                  </a:ext>
                </a:extLst>
              </p:cNvPr>
              <p:cNvSpPr txBox="1"/>
              <p:nvPr/>
            </p:nvSpPr>
            <p:spPr>
              <a:xfrm>
                <a:off x="1881923" y="2738615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3A53C33C-3279-48DF-11F7-4EE61335E458}"/>
                </a:ext>
              </a:extLst>
            </p:cNvPr>
            <p:cNvGrpSpPr/>
            <p:nvPr/>
          </p:nvGrpSpPr>
          <p:grpSpPr>
            <a:xfrm>
              <a:off x="2245770" y="1988220"/>
              <a:ext cx="455695" cy="986055"/>
              <a:chOff x="2245770" y="1988220"/>
              <a:chExt cx="455695" cy="986055"/>
            </a:xfrm>
          </p:grpSpPr>
          <p:sp>
            <p:nvSpPr>
              <p:cNvPr id="105" name="직사각형 104">
                <a:extLst>
                  <a:ext uri="{FF2B5EF4-FFF2-40B4-BE49-F238E27FC236}">
                    <a16:creationId xmlns:a16="http://schemas.microsoft.com/office/drawing/2014/main" id="{72AF86D8-73C1-65C7-F46A-D4E155074019}"/>
                  </a:ext>
                </a:extLst>
              </p:cNvPr>
              <p:cNvSpPr/>
              <p:nvPr/>
            </p:nvSpPr>
            <p:spPr>
              <a:xfrm rot="5400000">
                <a:off x="2005687" y="2329380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C1F027A9-6B6E-680E-B65A-43EADE4EADC1}"/>
                  </a:ext>
                </a:extLst>
              </p:cNvPr>
              <p:cNvSpPr txBox="1"/>
              <p:nvPr/>
            </p:nvSpPr>
            <p:spPr>
              <a:xfrm>
                <a:off x="2245770" y="2365832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56293CEC-81A2-6180-23C4-359E238FB14D}"/>
                  </a:ext>
                </a:extLst>
              </p:cNvPr>
              <p:cNvSpPr txBox="1"/>
              <p:nvPr/>
            </p:nvSpPr>
            <p:spPr>
              <a:xfrm>
                <a:off x="2296652" y="2738617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73" name="그룹 72">
              <a:extLst>
                <a:ext uri="{FF2B5EF4-FFF2-40B4-BE49-F238E27FC236}">
                  <a16:creationId xmlns:a16="http://schemas.microsoft.com/office/drawing/2014/main" id="{A893C4A4-4632-1AF4-545B-8675AB4B3916}"/>
                </a:ext>
              </a:extLst>
            </p:cNvPr>
            <p:cNvGrpSpPr/>
            <p:nvPr/>
          </p:nvGrpSpPr>
          <p:grpSpPr>
            <a:xfrm>
              <a:off x="1817736" y="5302920"/>
              <a:ext cx="428034" cy="986055"/>
              <a:chOff x="1817736" y="5302920"/>
              <a:chExt cx="428034" cy="986055"/>
            </a:xfrm>
          </p:grpSpPr>
          <p:sp>
            <p:nvSpPr>
              <p:cNvPr id="96" name="직사각형 95">
                <a:extLst>
                  <a:ext uri="{FF2B5EF4-FFF2-40B4-BE49-F238E27FC236}">
                    <a16:creationId xmlns:a16="http://schemas.microsoft.com/office/drawing/2014/main" id="{E4F298FB-CFFF-A781-0304-0FB803948CBF}"/>
                  </a:ext>
                </a:extLst>
              </p:cNvPr>
              <p:cNvSpPr/>
              <p:nvPr/>
            </p:nvSpPr>
            <p:spPr>
              <a:xfrm rot="5400000">
                <a:off x="1540819" y="5680914"/>
                <a:ext cx="986055" cy="23006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8FC27411-04D5-E17B-5F64-2440D73237E7}"/>
                  </a:ext>
                </a:extLst>
              </p:cNvPr>
              <p:cNvSpPr txBox="1"/>
              <p:nvPr/>
            </p:nvSpPr>
            <p:spPr>
              <a:xfrm>
                <a:off x="1817736" y="56805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86B5C1B-80A4-1B9A-0FBB-D7DAFAE2921B}"/>
                  </a:ext>
                </a:extLst>
              </p:cNvPr>
              <p:cNvSpPr txBox="1"/>
              <p:nvPr/>
            </p:nvSpPr>
            <p:spPr>
              <a:xfrm>
                <a:off x="1840957" y="60533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6</a:t>
                </a:r>
                <a:endParaRPr lang="ko-KR" altLang="en-US" sz="900" b="1" dirty="0"/>
              </a:p>
            </p:txBody>
          </p:sp>
        </p:grp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33DEFFF0-292E-9BC5-BD95-F9867ECCFECC}"/>
                </a:ext>
              </a:extLst>
            </p:cNvPr>
            <p:cNvGrpSpPr/>
            <p:nvPr/>
          </p:nvGrpSpPr>
          <p:grpSpPr>
            <a:xfrm>
              <a:off x="2134777" y="5302920"/>
              <a:ext cx="428034" cy="986055"/>
              <a:chOff x="2134777" y="5302920"/>
              <a:chExt cx="428034" cy="986055"/>
            </a:xfrm>
          </p:grpSpPr>
          <p:sp>
            <p:nvSpPr>
              <p:cNvPr id="93" name="직사각형 92">
                <a:extLst>
                  <a:ext uri="{FF2B5EF4-FFF2-40B4-BE49-F238E27FC236}">
                    <a16:creationId xmlns:a16="http://schemas.microsoft.com/office/drawing/2014/main" id="{238AC5E3-1E40-9E58-33CB-32DA0C2B0426}"/>
                  </a:ext>
                </a:extLst>
              </p:cNvPr>
              <p:cNvSpPr/>
              <p:nvPr/>
            </p:nvSpPr>
            <p:spPr>
              <a:xfrm rot="5400000">
                <a:off x="1857860" y="5680914"/>
                <a:ext cx="986055" cy="23006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B6754A6-8663-715F-E17D-1F62399F23DF}"/>
                  </a:ext>
                </a:extLst>
              </p:cNvPr>
              <p:cNvSpPr txBox="1"/>
              <p:nvPr/>
            </p:nvSpPr>
            <p:spPr>
              <a:xfrm>
                <a:off x="2134777" y="56805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210860E4-0AD1-F410-1C37-ABFE21F408A1}"/>
                  </a:ext>
                </a:extLst>
              </p:cNvPr>
              <p:cNvSpPr txBox="1"/>
              <p:nvPr/>
            </p:nvSpPr>
            <p:spPr>
              <a:xfrm>
                <a:off x="2157998" y="60533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6</a:t>
                </a:r>
                <a:endParaRPr lang="ko-KR" altLang="en-US" sz="900" b="1" dirty="0"/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4B8461D4-1A98-E0B9-C0E6-2F1738E9EE54}"/>
                </a:ext>
              </a:extLst>
            </p:cNvPr>
            <p:cNvGrpSpPr/>
            <p:nvPr/>
          </p:nvGrpSpPr>
          <p:grpSpPr>
            <a:xfrm>
              <a:off x="2461734" y="5302920"/>
              <a:ext cx="428034" cy="986055"/>
              <a:chOff x="2461734" y="5302920"/>
              <a:chExt cx="428034" cy="986055"/>
            </a:xfrm>
          </p:grpSpPr>
          <p:sp>
            <p:nvSpPr>
              <p:cNvPr id="90" name="직사각형 89">
                <a:extLst>
                  <a:ext uri="{FF2B5EF4-FFF2-40B4-BE49-F238E27FC236}">
                    <a16:creationId xmlns:a16="http://schemas.microsoft.com/office/drawing/2014/main" id="{356A38F7-C472-728C-37E2-004FA020632C}"/>
                  </a:ext>
                </a:extLst>
              </p:cNvPr>
              <p:cNvSpPr/>
              <p:nvPr/>
            </p:nvSpPr>
            <p:spPr>
              <a:xfrm rot="5400000">
                <a:off x="2184817" y="5680914"/>
                <a:ext cx="986055" cy="23006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28D25497-E237-7647-45AA-70E4FB8E72C6}"/>
                  </a:ext>
                </a:extLst>
              </p:cNvPr>
              <p:cNvSpPr txBox="1"/>
              <p:nvPr/>
            </p:nvSpPr>
            <p:spPr>
              <a:xfrm>
                <a:off x="2461734" y="56805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7519C693-9719-A0B9-0104-B94473D64300}"/>
                  </a:ext>
                </a:extLst>
              </p:cNvPr>
              <p:cNvSpPr txBox="1"/>
              <p:nvPr/>
            </p:nvSpPr>
            <p:spPr>
              <a:xfrm>
                <a:off x="2484955" y="60533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6</a:t>
                </a:r>
                <a:endParaRPr lang="ko-KR" altLang="en-US" sz="900" b="1" dirty="0"/>
              </a:p>
            </p:txBody>
          </p:sp>
        </p:grpSp>
        <p:grpSp>
          <p:nvGrpSpPr>
            <p:cNvPr id="77" name="그룹 76">
              <a:extLst>
                <a:ext uri="{FF2B5EF4-FFF2-40B4-BE49-F238E27FC236}">
                  <a16:creationId xmlns:a16="http://schemas.microsoft.com/office/drawing/2014/main" id="{375FFE67-C42A-85A7-469B-9CE6332C453D}"/>
                </a:ext>
              </a:extLst>
            </p:cNvPr>
            <p:cNvGrpSpPr/>
            <p:nvPr/>
          </p:nvGrpSpPr>
          <p:grpSpPr>
            <a:xfrm>
              <a:off x="2778775" y="5302920"/>
              <a:ext cx="428034" cy="986055"/>
              <a:chOff x="2778775" y="5302920"/>
              <a:chExt cx="428034" cy="986055"/>
            </a:xfrm>
          </p:grpSpPr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2280168-941C-0C42-9157-16C00842EE6E}"/>
                  </a:ext>
                </a:extLst>
              </p:cNvPr>
              <p:cNvSpPr/>
              <p:nvPr/>
            </p:nvSpPr>
            <p:spPr>
              <a:xfrm rot="5400000">
                <a:off x="2501858" y="5680914"/>
                <a:ext cx="986055" cy="23006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E5CF519-490E-D49B-FD93-AF499CED5948}"/>
                  </a:ext>
                </a:extLst>
              </p:cNvPr>
              <p:cNvSpPr txBox="1"/>
              <p:nvPr/>
            </p:nvSpPr>
            <p:spPr>
              <a:xfrm>
                <a:off x="2778775" y="56805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831E348D-0491-3689-6696-D6F47D729B6B}"/>
                  </a:ext>
                </a:extLst>
              </p:cNvPr>
              <p:cNvSpPr txBox="1"/>
              <p:nvPr/>
            </p:nvSpPr>
            <p:spPr>
              <a:xfrm>
                <a:off x="2801996" y="60533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6</a:t>
                </a:r>
                <a:endParaRPr lang="ko-KR" altLang="en-US" sz="900" b="1" dirty="0"/>
              </a:p>
            </p:txBody>
          </p:sp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7858736E-8CD4-40D8-A94D-645753E1269F}"/>
                </a:ext>
              </a:extLst>
            </p:cNvPr>
            <p:cNvGrpSpPr/>
            <p:nvPr/>
          </p:nvGrpSpPr>
          <p:grpSpPr>
            <a:xfrm>
              <a:off x="2678472" y="888469"/>
              <a:ext cx="455695" cy="986055"/>
              <a:chOff x="2678472" y="888469"/>
              <a:chExt cx="455695" cy="986055"/>
            </a:xfrm>
          </p:grpSpPr>
          <p:sp>
            <p:nvSpPr>
              <p:cNvPr id="84" name="직사각형 83">
                <a:extLst>
                  <a:ext uri="{FF2B5EF4-FFF2-40B4-BE49-F238E27FC236}">
                    <a16:creationId xmlns:a16="http://schemas.microsoft.com/office/drawing/2014/main" id="{0EC8B61C-4EEB-AD3A-A321-42CA567C4504}"/>
                  </a:ext>
                </a:extLst>
              </p:cNvPr>
              <p:cNvSpPr/>
              <p:nvPr/>
            </p:nvSpPr>
            <p:spPr>
              <a:xfrm rot="5400000">
                <a:off x="2438389" y="1229629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059B6361-614E-9DC0-F5A9-D13A5B9D5498}"/>
                  </a:ext>
                </a:extLst>
              </p:cNvPr>
              <p:cNvSpPr txBox="1"/>
              <p:nvPr/>
            </p:nvSpPr>
            <p:spPr>
              <a:xfrm>
                <a:off x="2678472" y="126608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279F8074-BB54-C3C5-BA0B-7F946E20F92B}"/>
                  </a:ext>
                </a:extLst>
              </p:cNvPr>
              <p:cNvSpPr txBox="1"/>
              <p:nvPr/>
            </p:nvSpPr>
            <p:spPr>
              <a:xfrm>
                <a:off x="2729354" y="163886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13FBF9F7-3AB5-C9FE-98E2-EE5646C0A4CF}"/>
                </a:ext>
              </a:extLst>
            </p:cNvPr>
            <p:cNvGrpSpPr/>
            <p:nvPr/>
          </p:nvGrpSpPr>
          <p:grpSpPr>
            <a:xfrm>
              <a:off x="3093201" y="888471"/>
              <a:ext cx="455695" cy="986055"/>
              <a:chOff x="3093201" y="888471"/>
              <a:chExt cx="455695" cy="986055"/>
            </a:xfrm>
          </p:grpSpPr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132182EA-9D33-BE01-28C7-B2D7FCB59F38}"/>
                  </a:ext>
                </a:extLst>
              </p:cNvPr>
              <p:cNvSpPr/>
              <p:nvPr/>
            </p:nvSpPr>
            <p:spPr>
              <a:xfrm rot="5400000">
                <a:off x="2853118" y="1229631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BCE922D-F921-4E8F-EBE8-8110670D1793}"/>
                  </a:ext>
                </a:extLst>
              </p:cNvPr>
              <p:cNvSpPr txBox="1"/>
              <p:nvPr/>
            </p:nvSpPr>
            <p:spPr>
              <a:xfrm>
                <a:off x="3093201" y="1266083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3A5BC50-0600-9F08-2D25-C77F7769E399}"/>
                  </a:ext>
                </a:extLst>
              </p:cNvPr>
              <p:cNvSpPr txBox="1"/>
              <p:nvPr/>
            </p:nvSpPr>
            <p:spPr>
              <a:xfrm>
                <a:off x="3144083" y="1638868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420B0BAB-88C4-99BD-38B5-1CAD585B2763}"/>
                </a:ext>
              </a:extLst>
            </p:cNvPr>
            <p:cNvGrpSpPr/>
            <p:nvPr/>
          </p:nvGrpSpPr>
          <p:grpSpPr>
            <a:xfrm>
              <a:off x="2678472" y="1988219"/>
              <a:ext cx="455695" cy="986055"/>
              <a:chOff x="2678472" y="1988219"/>
              <a:chExt cx="455695" cy="986055"/>
            </a:xfrm>
          </p:grpSpPr>
          <p:sp>
            <p:nvSpPr>
              <p:cNvPr id="75" name="직사각형 74">
                <a:extLst>
                  <a:ext uri="{FF2B5EF4-FFF2-40B4-BE49-F238E27FC236}">
                    <a16:creationId xmlns:a16="http://schemas.microsoft.com/office/drawing/2014/main" id="{1C477D27-4926-B9E2-EB96-5AC4B96F7C46}"/>
                  </a:ext>
                </a:extLst>
              </p:cNvPr>
              <p:cNvSpPr/>
              <p:nvPr/>
            </p:nvSpPr>
            <p:spPr>
              <a:xfrm rot="5400000">
                <a:off x="2438389" y="2329379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59449A3-E788-1E1A-B283-FF2C0BBFF859}"/>
                  </a:ext>
                </a:extLst>
              </p:cNvPr>
              <p:cNvSpPr txBox="1"/>
              <p:nvPr/>
            </p:nvSpPr>
            <p:spPr>
              <a:xfrm>
                <a:off x="2678472" y="23658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D843014-130B-E70D-EA50-7594C04BD6CE}"/>
                  </a:ext>
                </a:extLst>
              </p:cNvPr>
              <p:cNvSpPr txBox="1"/>
              <p:nvPr/>
            </p:nvSpPr>
            <p:spPr>
              <a:xfrm>
                <a:off x="2729354" y="27386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2" name="그룹 51">
              <a:extLst>
                <a:ext uri="{FF2B5EF4-FFF2-40B4-BE49-F238E27FC236}">
                  <a16:creationId xmlns:a16="http://schemas.microsoft.com/office/drawing/2014/main" id="{07A6F35B-8C36-601C-7971-C92C3F2416B5}"/>
                </a:ext>
              </a:extLst>
            </p:cNvPr>
            <p:cNvGrpSpPr/>
            <p:nvPr/>
          </p:nvGrpSpPr>
          <p:grpSpPr>
            <a:xfrm>
              <a:off x="3093201" y="1988221"/>
              <a:ext cx="455695" cy="986055"/>
              <a:chOff x="3093201" y="1988221"/>
              <a:chExt cx="455695" cy="986055"/>
            </a:xfrm>
          </p:grpSpPr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E0896C6D-D54E-6C18-6974-11CA3DB32F2F}"/>
                  </a:ext>
                </a:extLst>
              </p:cNvPr>
              <p:cNvSpPr/>
              <p:nvPr/>
            </p:nvSpPr>
            <p:spPr>
              <a:xfrm rot="5400000">
                <a:off x="2853118" y="2329381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B36AAF-F4F0-F62C-1F39-04092B0580C5}"/>
                  </a:ext>
                </a:extLst>
              </p:cNvPr>
              <p:cNvSpPr txBox="1"/>
              <p:nvPr/>
            </p:nvSpPr>
            <p:spPr>
              <a:xfrm>
                <a:off x="3093201" y="2365833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2CD7437-6B07-553D-AB97-8784D4E87831}"/>
                  </a:ext>
                </a:extLst>
              </p:cNvPr>
              <p:cNvSpPr txBox="1"/>
              <p:nvPr/>
            </p:nvSpPr>
            <p:spPr>
              <a:xfrm>
                <a:off x="3144083" y="2738618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5B4661DC-3C49-2341-C151-50F56103ECB5}"/>
                </a:ext>
              </a:extLst>
            </p:cNvPr>
            <p:cNvGrpSpPr/>
            <p:nvPr/>
          </p:nvGrpSpPr>
          <p:grpSpPr>
            <a:xfrm>
              <a:off x="1831041" y="3104174"/>
              <a:ext cx="455695" cy="986055"/>
              <a:chOff x="1831041" y="3104174"/>
              <a:chExt cx="455695" cy="986055"/>
            </a:xfrm>
          </p:grpSpPr>
          <p:sp>
            <p:nvSpPr>
              <p:cNvPr id="98" name="직사각형 97">
                <a:extLst>
                  <a:ext uri="{FF2B5EF4-FFF2-40B4-BE49-F238E27FC236}">
                    <a16:creationId xmlns:a16="http://schemas.microsoft.com/office/drawing/2014/main" id="{4D6FFDB0-D980-0C22-FF9A-65E456C5D9CB}"/>
                  </a:ext>
                </a:extLst>
              </p:cNvPr>
              <p:cNvSpPr/>
              <p:nvPr/>
            </p:nvSpPr>
            <p:spPr>
              <a:xfrm rot="5400000">
                <a:off x="1590958" y="3445334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9BD5E0CD-9BB7-656B-647C-DF734E63CD71}"/>
                  </a:ext>
                </a:extLst>
              </p:cNvPr>
              <p:cNvSpPr txBox="1"/>
              <p:nvPr/>
            </p:nvSpPr>
            <p:spPr>
              <a:xfrm>
                <a:off x="1831041" y="348178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E8A09B2-1F5B-8150-73DA-7F2B4E94B802}"/>
                  </a:ext>
                </a:extLst>
              </p:cNvPr>
              <p:cNvSpPr txBox="1"/>
              <p:nvPr/>
            </p:nvSpPr>
            <p:spPr>
              <a:xfrm>
                <a:off x="1881923" y="385457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91868E73-50FB-881F-B2BD-EA2882197C4E}"/>
                </a:ext>
              </a:extLst>
            </p:cNvPr>
            <p:cNvGrpSpPr/>
            <p:nvPr/>
          </p:nvGrpSpPr>
          <p:grpSpPr>
            <a:xfrm>
              <a:off x="2245770" y="3104176"/>
              <a:ext cx="455695" cy="986055"/>
              <a:chOff x="2245770" y="3104176"/>
              <a:chExt cx="455695" cy="986055"/>
            </a:xfrm>
          </p:grpSpPr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B6BCBF67-64F0-9021-23CD-DF53F61329F3}"/>
                  </a:ext>
                </a:extLst>
              </p:cNvPr>
              <p:cNvSpPr/>
              <p:nvPr/>
            </p:nvSpPr>
            <p:spPr>
              <a:xfrm rot="5400000">
                <a:off x="2005687" y="3445336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AB0CCEB3-709E-EFEA-52C2-646A98B534B4}"/>
                  </a:ext>
                </a:extLst>
              </p:cNvPr>
              <p:cNvSpPr txBox="1"/>
              <p:nvPr/>
            </p:nvSpPr>
            <p:spPr>
              <a:xfrm>
                <a:off x="2245770" y="3481788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A6ADA80-3934-E844-0763-58D4C1D17EF9}"/>
                  </a:ext>
                </a:extLst>
              </p:cNvPr>
              <p:cNvSpPr txBox="1"/>
              <p:nvPr/>
            </p:nvSpPr>
            <p:spPr>
              <a:xfrm>
                <a:off x="2296652" y="3854573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BBC5CEAC-F89E-1E96-C4F5-5BBC336B314F}"/>
                </a:ext>
              </a:extLst>
            </p:cNvPr>
            <p:cNvGrpSpPr/>
            <p:nvPr/>
          </p:nvGrpSpPr>
          <p:grpSpPr>
            <a:xfrm>
              <a:off x="1831041" y="4203924"/>
              <a:ext cx="455695" cy="986055"/>
              <a:chOff x="1831041" y="4203924"/>
              <a:chExt cx="455695" cy="986055"/>
            </a:xfrm>
          </p:grpSpPr>
          <p:sp>
            <p:nvSpPr>
              <p:cNvPr id="107" name="직사각형 106">
                <a:extLst>
                  <a:ext uri="{FF2B5EF4-FFF2-40B4-BE49-F238E27FC236}">
                    <a16:creationId xmlns:a16="http://schemas.microsoft.com/office/drawing/2014/main" id="{081D6556-633E-6513-60A3-48E56D5C1330}"/>
                  </a:ext>
                </a:extLst>
              </p:cNvPr>
              <p:cNvSpPr/>
              <p:nvPr/>
            </p:nvSpPr>
            <p:spPr>
              <a:xfrm rot="5400000">
                <a:off x="1590958" y="4545084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400F75B8-71ED-E378-058A-355A5258DC9C}"/>
                  </a:ext>
                </a:extLst>
              </p:cNvPr>
              <p:cNvSpPr txBox="1"/>
              <p:nvPr/>
            </p:nvSpPr>
            <p:spPr>
              <a:xfrm>
                <a:off x="1831041" y="458153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240411D9-7665-7D92-2B8F-7FDB523B9D83}"/>
                  </a:ext>
                </a:extLst>
              </p:cNvPr>
              <p:cNvSpPr txBox="1"/>
              <p:nvPr/>
            </p:nvSpPr>
            <p:spPr>
              <a:xfrm>
                <a:off x="1881923" y="495432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D7EF04D-772C-2BEE-759B-2729D7797E45}"/>
                </a:ext>
              </a:extLst>
            </p:cNvPr>
            <p:cNvGrpSpPr/>
            <p:nvPr/>
          </p:nvGrpSpPr>
          <p:grpSpPr>
            <a:xfrm>
              <a:off x="2245770" y="4203926"/>
              <a:ext cx="455695" cy="986055"/>
              <a:chOff x="2245770" y="4203926"/>
              <a:chExt cx="455695" cy="986055"/>
            </a:xfrm>
          </p:grpSpPr>
          <p:sp>
            <p:nvSpPr>
              <p:cNvPr id="120" name="직사각형 119">
                <a:extLst>
                  <a:ext uri="{FF2B5EF4-FFF2-40B4-BE49-F238E27FC236}">
                    <a16:creationId xmlns:a16="http://schemas.microsoft.com/office/drawing/2014/main" id="{31F1E809-2BCB-39E0-D631-0471B11BE7DC}"/>
                  </a:ext>
                </a:extLst>
              </p:cNvPr>
              <p:cNvSpPr/>
              <p:nvPr/>
            </p:nvSpPr>
            <p:spPr>
              <a:xfrm rot="5400000">
                <a:off x="2005687" y="4545086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E513739B-1BE8-27F5-4287-548E6F6160A3}"/>
                  </a:ext>
                </a:extLst>
              </p:cNvPr>
              <p:cNvSpPr txBox="1"/>
              <p:nvPr/>
            </p:nvSpPr>
            <p:spPr>
              <a:xfrm>
                <a:off x="2245770" y="4581538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D93D3DE-257F-4904-2E47-B246344B11BC}"/>
                  </a:ext>
                </a:extLst>
              </p:cNvPr>
              <p:cNvSpPr txBox="1"/>
              <p:nvPr/>
            </p:nvSpPr>
            <p:spPr>
              <a:xfrm>
                <a:off x="2296652" y="4954323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FE366507-4DB3-7188-03F8-4EC2DED3C9EF}"/>
                </a:ext>
              </a:extLst>
            </p:cNvPr>
            <p:cNvGrpSpPr/>
            <p:nvPr/>
          </p:nvGrpSpPr>
          <p:grpSpPr>
            <a:xfrm>
              <a:off x="2714901" y="3104175"/>
              <a:ext cx="455695" cy="986055"/>
              <a:chOff x="2714901" y="3104175"/>
              <a:chExt cx="455695" cy="986055"/>
            </a:xfrm>
          </p:grpSpPr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4F670E2D-1311-BC46-2015-90A2F9C104C2}"/>
                  </a:ext>
                </a:extLst>
              </p:cNvPr>
              <p:cNvSpPr/>
              <p:nvPr/>
            </p:nvSpPr>
            <p:spPr>
              <a:xfrm rot="5400000">
                <a:off x="2474818" y="3445335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C184C195-63DC-DA91-0783-7F3C5E57FAC6}"/>
                  </a:ext>
                </a:extLst>
              </p:cNvPr>
              <p:cNvSpPr txBox="1"/>
              <p:nvPr/>
            </p:nvSpPr>
            <p:spPr>
              <a:xfrm>
                <a:off x="2714901" y="3481787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ED5718C6-D373-5C9A-25E8-71EA18D29700}"/>
                  </a:ext>
                </a:extLst>
              </p:cNvPr>
              <p:cNvSpPr txBox="1"/>
              <p:nvPr/>
            </p:nvSpPr>
            <p:spPr>
              <a:xfrm>
                <a:off x="2765783" y="3854572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E2B5A612-1B45-6E9B-E549-D0865B9C0C8D}"/>
                </a:ext>
              </a:extLst>
            </p:cNvPr>
            <p:cNvGrpSpPr/>
            <p:nvPr/>
          </p:nvGrpSpPr>
          <p:grpSpPr>
            <a:xfrm>
              <a:off x="3129630" y="3104177"/>
              <a:ext cx="455695" cy="986055"/>
              <a:chOff x="3129630" y="3104177"/>
              <a:chExt cx="455695" cy="986055"/>
            </a:xfrm>
          </p:grpSpPr>
          <p:sp>
            <p:nvSpPr>
              <p:cNvPr id="139" name="직사각형 138">
                <a:extLst>
                  <a:ext uri="{FF2B5EF4-FFF2-40B4-BE49-F238E27FC236}">
                    <a16:creationId xmlns:a16="http://schemas.microsoft.com/office/drawing/2014/main" id="{CD736F9F-687F-3363-AF70-73C38C9F48E5}"/>
                  </a:ext>
                </a:extLst>
              </p:cNvPr>
              <p:cNvSpPr/>
              <p:nvPr/>
            </p:nvSpPr>
            <p:spPr>
              <a:xfrm rot="5400000">
                <a:off x="2889547" y="3445337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4C8DCFAA-5C55-A69A-505E-20C84C3746DC}"/>
                  </a:ext>
                </a:extLst>
              </p:cNvPr>
              <p:cNvSpPr txBox="1"/>
              <p:nvPr/>
            </p:nvSpPr>
            <p:spPr>
              <a:xfrm>
                <a:off x="3129630" y="3481789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9D939302-41F5-3ACB-05DA-55136A0AADF5}"/>
                  </a:ext>
                </a:extLst>
              </p:cNvPr>
              <p:cNvSpPr txBox="1"/>
              <p:nvPr/>
            </p:nvSpPr>
            <p:spPr>
              <a:xfrm>
                <a:off x="3180512" y="3854574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9952DA52-20E5-E3DD-27E7-13A09083DD20}"/>
                </a:ext>
              </a:extLst>
            </p:cNvPr>
            <p:cNvGrpSpPr/>
            <p:nvPr/>
          </p:nvGrpSpPr>
          <p:grpSpPr>
            <a:xfrm>
              <a:off x="2714901" y="4203925"/>
              <a:ext cx="455695" cy="986055"/>
              <a:chOff x="2714901" y="4203925"/>
              <a:chExt cx="455695" cy="986055"/>
            </a:xfrm>
          </p:grpSpPr>
          <p:sp>
            <p:nvSpPr>
              <p:cNvPr id="142" name="직사각형 141">
                <a:extLst>
                  <a:ext uri="{FF2B5EF4-FFF2-40B4-BE49-F238E27FC236}">
                    <a16:creationId xmlns:a16="http://schemas.microsoft.com/office/drawing/2014/main" id="{1231780C-1095-E95A-38E6-6940E8DB3C98}"/>
                  </a:ext>
                </a:extLst>
              </p:cNvPr>
              <p:cNvSpPr/>
              <p:nvPr/>
            </p:nvSpPr>
            <p:spPr>
              <a:xfrm rot="5400000">
                <a:off x="2474818" y="4545085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8E0AC92A-FAEA-064A-25E1-9D1780E24921}"/>
                  </a:ext>
                </a:extLst>
              </p:cNvPr>
              <p:cNvSpPr txBox="1"/>
              <p:nvPr/>
            </p:nvSpPr>
            <p:spPr>
              <a:xfrm>
                <a:off x="2714901" y="4581537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84A151B5-49CE-A97A-44D6-9543CC68F640}"/>
                  </a:ext>
                </a:extLst>
              </p:cNvPr>
              <p:cNvSpPr txBox="1"/>
              <p:nvPr/>
            </p:nvSpPr>
            <p:spPr>
              <a:xfrm>
                <a:off x="2765783" y="4954322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9B5EC6DC-7C04-8DE8-7B54-183ED7ECC505}"/>
                </a:ext>
              </a:extLst>
            </p:cNvPr>
            <p:cNvGrpSpPr/>
            <p:nvPr/>
          </p:nvGrpSpPr>
          <p:grpSpPr>
            <a:xfrm>
              <a:off x="3129630" y="4203927"/>
              <a:ext cx="455695" cy="986055"/>
              <a:chOff x="3129630" y="4203927"/>
              <a:chExt cx="455695" cy="986055"/>
            </a:xfrm>
          </p:grpSpPr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4D8D5ED1-4EE5-A38B-2C8F-CC8BBEF52116}"/>
                  </a:ext>
                </a:extLst>
              </p:cNvPr>
              <p:cNvSpPr/>
              <p:nvPr/>
            </p:nvSpPr>
            <p:spPr>
              <a:xfrm rot="5400000">
                <a:off x="2889547" y="4545087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A6D9DB66-CF02-26F6-A4AB-72626D256F96}"/>
                  </a:ext>
                </a:extLst>
              </p:cNvPr>
              <p:cNvSpPr txBox="1"/>
              <p:nvPr/>
            </p:nvSpPr>
            <p:spPr>
              <a:xfrm>
                <a:off x="3129630" y="4581539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9E5EF57-E483-2B73-1E21-B468937FEACD}"/>
                  </a:ext>
                </a:extLst>
              </p:cNvPr>
              <p:cNvSpPr txBox="1"/>
              <p:nvPr/>
            </p:nvSpPr>
            <p:spPr>
              <a:xfrm>
                <a:off x="3180512" y="4954324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110" name="그룹 109">
              <a:extLst>
                <a:ext uri="{FF2B5EF4-FFF2-40B4-BE49-F238E27FC236}">
                  <a16:creationId xmlns:a16="http://schemas.microsoft.com/office/drawing/2014/main" id="{80059F66-7712-EBC9-F67D-EFDADB6C7C2F}"/>
                </a:ext>
              </a:extLst>
            </p:cNvPr>
            <p:cNvGrpSpPr/>
            <p:nvPr/>
          </p:nvGrpSpPr>
          <p:grpSpPr>
            <a:xfrm>
              <a:off x="186530" y="636926"/>
              <a:ext cx="1346264" cy="3360199"/>
              <a:chOff x="201770" y="487904"/>
              <a:chExt cx="1346264" cy="3360199"/>
            </a:xfrm>
          </p:grpSpPr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432B8D38-7540-68C3-2812-B6292451B1C5}"/>
                  </a:ext>
                </a:extLst>
              </p:cNvPr>
              <p:cNvGrpSpPr/>
              <p:nvPr/>
            </p:nvGrpSpPr>
            <p:grpSpPr>
              <a:xfrm>
                <a:off x="201770" y="888466"/>
                <a:ext cx="455695" cy="800581"/>
                <a:chOff x="201770" y="888466"/>
                <a:chExt cx="455695" cy="800581"/>
              </a:xfrm>
            </p:grpSpPr>
            <p:sp>
              <p:nvSpPr>
                <p:cNvPr id="131" name="직사각형 130">
                  <a:extLst>
                    <a:ext uri="{FF2B5EF4-FFF2-40B4-BE49-F238E27FC236}">
                      <a16:creationId xmlns:a16="http://schemas.microsoft.com/office/drawing/2014/main" id="{1CC35262-8A1F-6FB5-F789-0E6D6DA6B37F}"/>
                    </a:ext>
                  </a:extLst>
                </p:cNvPr>
                <p:cNvSpPr/>
                <p:nvPr/>
              </p:nvSpPr>
              <p:spPr>
                <a:xfrm rot="5400000">
                  <a:off x="54424" y="1136889"/>
                  <a:ext cx="800581" cy="303736"/>
                </a:xfrm>
                <a:prstGeom prst="rect">
                  <a:avLst/>
                </a:prstGeom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AD7B2B11-F11E-5919-AD47-29ED8BE902BD}"/>
                    </a:ext>
                  </a:extLst>
                </p:cNvPr>
                <p:cNvSpPr txBox="1"/>
                <p:nvPr/>
              </p:nvSpPr>
              <p:spPr>
                <a:xfrm>
                  <a:off x="201770" y="1173339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59</a:t>
                  </a:r>
                  <a:endParaRPr lang="ko-KR" altLang="en-US" sz="900" b="1" dirty="0"/>
                </a:p>
              </p:txBody>
            </p:sp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F6B13A4C-D2B4-55E8-EBC1-64B42FE08793}"/>
                    </a:ext>
                  </a:extLst>
                </p:cNvPr>
                <p:cNvSpPr txBox="1"/>
                <p:nvPr/>
              </p:nvSpPr>
              <p:spPr>
                <a:xfrm>
                  <a:off x="252652" y="1458213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11</a:t>
                  </a:r>
                  <a:endParaRPr lang="ko-KR" altLang="en-US" sz="900" b="1" dirty="0"/>
                </a:p>
              </p:txBody>
            </p:sp>
          </p:grpSp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DE9477B8-442B-4785-D74A-276EF256D38C}"/>
                  </a:ext>
                </a:extLst>
              </p:cNvPr>
              <p:cNvSpPr txBox="1"/>
              <p:nvPr/>
            </p:nvSpPr>
            <p:spPr>
              <a:xfrm>
                <a:off x="254437" y="487904"/>
                <a:ext cx="12096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주방 창틀</a:t>
                </a:r>
              </a:p>
            </p:txBody>
          </p:sp>
          <p:grpSp>
            <p:nvGrpSpPr>
              <p:cNvPr id="113" name="그룹 112">
                <a:extLst>
                  <a:ext uri="{FF2B5EF4-FFF2-40B4-BE49-F238E27FC236}">
                    <a16:creationId xmlns:a16="http://schemas.microsoft.com/office/drawing/2014/main" id="{96B6EA87-27B1-CB2D-CE96-94D054EBADAF}"/>
                  </a:ext>
                </a:extLst>
              </p:cNvPr>
              <p:cNvGrpSpPr/>
              <p:nvPr/>
            </p:nvGrpSpPr>
            <p:grpSpPr>
              <a:xfrm>
                <a:off x="201770" y="1761612"/>
                <a:ext cx="455695" cy="800581"/>
                <a:chOff x="201770" y="1761612"/>
                <a:chExt cx="455695" cy="800581"/>
              </a:xfrm>
            </p:grpSpPr>
            <p:sp>
              <p:nvSpPr>
                <p:cNvPr id="128" name="직사각형 127">
                  <a:extLst>
                    <a:ext uri="{FF2B5EF4-FFF2-40B4-BE49-F238E27FC236}">
                      <a16:creationId xmlns:a16="http://schemas.microsoft.com/office/drawing/2014/main" id="{68415EC4-23B5-F25E-3C75-B7996FDA6012}"/>
                    </a:ext>
                  </a:extLst>
                </p:cNvPr>
                <p:cNvSpPr/>
                <p:nvPr/>
              </p:nvSpPr>
              <p:spPr>
                <a:xfrm rot="5400000">
                  <a:off x="54424" y="2010035"/>
                  <a:ext cx="800581" cy="303736"/>
                </a:xfrm>
                <a:prstGeom prst="rect">
                  <a:avLst/>
                </a:prstGeom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3869A2D7-44AA-AE8D-5BE2-C37C32E9FA04}"/>
                    </a:ext>
                  </a:extLst>
                </p:cNvPr>
                <p:cNvSpPr txBox="1"/>
                <p:nvPr/>
              </p:nvSpPr>
              <p:spPr>
                <a:xfrm>
                  <a:off x="201770" y="2046485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59</a:t>
                  </a:r>
                  <a:endParaRPr lang="ko-KR" altLang="en-US" sz="900" b="1" dirty="0"/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DF6161CF-CE33-1880-5E6A-D12BB5EDD4DF}"/>
                    </a:ext>
                  </a:extLst>
                </p:cNvPr>
                <p:cNvSpPr txBox="1"/>
                <p:nvPr/>
              </p:nvSpPr>
              <p:spPr>
                <a:xfrm>
                  <a:off x="252652" y="2331359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11</a:t>
                  </a:r>
                  <a:endParaRPr lang="ko-KR" altLang="en-US" sz="900" b="1" dirty="0"/>
                </a:p>
              </p:txBody>
            </p:sp>
          </p:grpSp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DB388658-FDFD-890B-41F8-3EF916850B44}"/>
                  </a:ext>
                </a:extLst>
              </p:cNvPr>
              <p:cNvGrpSpPr/>
              <p:nvPr/>
            </p:nvGrpSpPr>
            <p:grpSpPr>
              <a:xfrm>
                <a:off x="687526" y="888467"/>
                <a:ext cx="455695" cy="2959636"/>
                <a:chOff x="687526" y="888467"/>
                <a:chExt cx="455695" cy="2959636"/>
              </a:xfrm>
            </p:grpSpPr>
            <p:sp>
              <p:nvSpPr>
                <p:cNvPr id="119" name="직사각형 118">
                  <a:extLst>
                    <a:ext uri="{FF2B5EF4-FFF2-40B4-BE49-F238E27FC236}">
                      <a16:creationId xmlns:a16="http://schemas.microsoft.com/office/drawing/2014/main" id="{8D78FAA1-E26B-1F88-D5C2-B2EC22D8B2B5}"/>
                    </a:ext>
                  </a:extLst>
                </p:cNvPr>
                <p:cNvSpPr/>
                <p:nvPr/>
              </p:nvSpPr>
              <p:spPr>
                <a:xfrm rot="5400000">
                  <a:off x="-539347" y="2216417"/>
                  <a:ext cx="2959636" cy="303736"/>
                </a:xfrm>
                <a:prstGeom prst="rect">
                  <a:avLst/>
                </a:prstGeom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424D6CE3-C477-C393-4708-416958167049}"/>
                    </a:ext>
                  </a:extLst>
                </p:cNvPr>
                <p:cNvSpPr txBox="1"/>
                <p:nvPr/>
              </p:nvSpPr>
              <p:spPr>
                <a:xfrm>
                  <a:off x="687526" y="2252869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150</a:t>
                  </a:r>
                  <a:endParaRPr lang="ko-KR" altLang="en-US" sz="900" b="1" dirty="0"/>
                </a:p>
              </p:txBody>
            </p:sp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FF3D9484-79C5-2713-7338-00EDF369FCBE}"/>
                    </a:ext>
                  </a:extLst>
                </p:cNvPr>
                <p:cNvSpPr txBox="1"/>
                <p:nvPr/>
              </p:nvSpPr>
              <p:spPr>
                <a:xfrm>
                  <a:off x="738408" y="3597204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11</a:t>
                  </a:r>
                  <a:endParaRPr lang="ko-KR" altLang="en-US" sz="900" b="1" dirty="0"/>
                </a:p>
              </p:txBody>
            </p:sp>
          </p:grpSp>
          <p:grpSp>
            <p:nvGrpSpPr>
              <p:cNvPr id="115" name="그룹 114">
                <a:extLst>
                  <a:ext uri="{FF2B5EF4-FFF2-40B4-BE49-F238E27FC236}">
                    <a16:creationId xmlns:a16="http://schemas.microsoft.com/office/drawing/2014/main" id="{C67F38D7-AA11-8030-A056-9EE6EFD1550D}"/>
                  </a:ext>
                </a:extLst>
              </p:cNvPr>
              <p:cNvGrpSpPr/>
              <p:nvPr/>
            </p:nvGrpSpPr>
            <p:grpSpPr>
              <a:xfrm>
                <a:off x="1092339" y="888467"/>
                <a:ext cx="455695" cy="2959636"/>
                <a:chOff x="1092339" y="888467"/>
                <a:chExt cx="455695" cy="2959636"/>
              </a:xfrm>
            </p:grpSpPr>
            <p:sp>
              <p:nvSpPr>
                <p:cNvPr id="116" name="직사각형 115">
                  <a:extLst>
                    <a:ext uri="{FF2B5EF4-FFF2-40B4-BE49-F238E27FC236}">
                      <a16:creationId xmlns:a16="http://schemas.microsoft.com/office/drawing/2014/main" id="{60862E8B-A61A-21A7-8DA1-E68CE912F2F2}"/>
                    </a:ext>
                  </a:extLst>
                </p:cNvPr>
                <p:cNvSpPr/>
                <p:nvPr/>
              </p:nvSpPr>
              <p:spPr>
                <a:xfrm rot="5400000">
                  <a:off x="-134534" y="2216417"/>
                  <a:ext cx="2959636" cy="303736"/>
                </a:xfrm>
                <a:prstGeom prst="rect">
                  <a:avLst/>
                </a:prstGeom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EE8BBD31-D6BB-6EF1-F2A3-1391577EC615}"/>
                    </a:ext>
                  </a:extLst>
                </p:cNvPr>
                <p:cNvSpPr txBox="1"/>
                <p:nvPr/>
              </p:nvSpPr>
              <p:spPr>
                <a:xfrm>
                  <a:off x="1092339" y="2252869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150</a:t>
                  </a:r>
                  <a:endParaRPr lang="ko-KR" altLang="en-US" sz="900" b="1" dirty="0"/>
                </a:p>
              </p:txBody>
            </p:sp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230F4182-9762-F847-79AF-221BEA91C2A6}"/>
                    </a:ext>
                  </a:extLst>
                </p:cNvPr>
                <p:cNvSpPr txBox="1"/>
                <p:nvPr/>
              </p:nvSpPr>
              <p:spPr>
                <a:xfrm>
                  <a:off x="1143221" y="3597204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11</a:t>
                  </a:r>
                  <a:endParaRPr lang="ko-KR" altLang="en-US" sz="900" b="1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962017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780D1-574A-7DA5-AAD7-69A98F863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7BCED7ED-F3A3-686B-4613-28C2A8B87F86}"/>
              </a:ext>
            </a:extLst>
          </p:cNvPr>
          <p:cNvSpPr txBox="1"/>
          <p:nvPr/>
        </p:nvSpPr>
        <p:spPr>
          <a:xfrm>
            <a:off x="64109" y="128263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주방 롤 재단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61858FD-CC88-FAFE-D59B-D9B509F968C9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A7CBD0-F072-387E-EDFB-6D174689E2A7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371F7A5-DE5B-ECD3-B9AE-3E05E2CAD5F8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AC1C3FE-6719-41B4-1BCC-5EF83C26AA0A}"/>
              </a:ext>
            </a:extLst>
          </p:cNvPr>
          <p:cNvGrpSpPr/>
          <p:nvPr/>
        </p:nvGrpSpPr>
        <p:grpSpPr>
          <a:xfrm>
            <a:off x="201770" y="888464"/>
            <a:ext cx="1072015" cy="1003306"/>
            <a:chOff x="201770" y="888464"/>
            <a:chExt cx="1072015" cy="1003306"/>
          </a:xfrm>
        </p:grpSpPr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4E6C395F-FE7A-CCB7-142A-20622180BA9F}"/>
                </a:ext>
              </a:extLst>
            </p:cNvPr>
            <p:cNvSpPr/>
            <p:nvPr/>
          </p:nvSpPr>
          <p:spPr>
            <a:xfrm rot="5400000">
              <a:off x="294285" y="897026"/>
              <a:ext cx="988061" cy="9709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E94E7F21-0381-6A11-99E2-9A90D1074733}"/>
                </a:ext>
              </a:extLst>
            </p:cNvPr>
            <p:cNvSpPr txBox="1"/>
            <p:nvPr/>
          </p:nvSpPr>
          <p:spPr>
            <a:xfrm>
              <a:off x="585908" y="166093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72</a:t>
              </a:r>
              <a:endParaRPr lang="ko-KR" altLang="en-US" sz="900" b="1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799723C-13B8-C755-E31F-1CA22CBD51C1}"/>
                </a:ext>
              </a:extLst>
            </p:cNvPr>
            <p:cNvSpPr txBox="1"/>
            <p:nvPr/>
          </p:nvSpPr>
          <p:spPr>
            <a:xfrm>
              <a:off x="201770" y="12747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AD6AB5DF-378D-9FDD-D701-4B1D465DEE9D}"/>
              </a:ext>
            </a:extLst>
          </p:cNvPr>
          <p:cNvGrpSpPr/>
          <p:nvPr/>
        </p:nvGrpSpPr>
        <p:grpSpPr>
          <a:xfrm>
            <a:off x="218472" y="2955425"/>
            <a:ext cx="404813" cy="1027329"/>
            <a:chOff x="218472" y="2955425"/>
            <a:chExt cx="404813" cy="1027329"/>
          </a:xfrm>
        </p:grpSpPr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D26C85DC-667F-D53C-E127-D8AB647BDD04}"/>
                </a:ext>
              </a:extLst>
            </p:cNvPr>
            <p:cNvSpPr/>
            <p:nvPr/>
          </p:nvSpPr>
          <p:spPr>
            <a:xfrm rot="5400000">
              <a:off x="-49653" y="3307925"/>
              <a:ext cx="988061" cy="283061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4CEAE33-F888-C430-B6A9-BCE7537518FD}"/>
                </a:ext>
              </a:extLst>
            </p:cNvPr>
            <p:cNvSpPr txBox="1"/>
            <p:nvPr/>
          </p:nvSpPr>
          <p:spPr>
            <a:xfrm>
              <a:off x="218472" y="37519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19</a:t>
              </a:r>
              <a:endParaRPr lang="ko-KR" altLang="en-US" sz="900" b="1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F83CB997-88AF-5362-B7FC-B23558C4C81D}"/>
                </a:ext>
              </a:extLst>
            </p:cNvPr>
            <p:cNvSpPr txBox="1"/>
            <p:nvPr/>
          </p:nvSpPr>
          <p:spPr>
            <a:xfrm>
              <a:off x="218472" y="33720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8C751355-D66C-20E9-CC0F-3E2120AD6ED2}"/>
              </a:ext>
            </a:extLst>
          </p:cNvPr>
          <p:cNvGrpSpPr/>
          <p:nvPr/>
        </p:nvGrpSpPr>
        <p:grpSpPr>
          <a:xfrm>
            <a:off x="764815" y="2153697"/>
            <a:ext cx="882348" cy="379881"/>
            <a:chOff x="764815" y="2153697"/>
            <a:chExt cx="882348" cy="379881"/>
          </a:xfrm>
        </p:grpSpPr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50ABA698-ADE4-F78E-B653-AB023381A081}"/>
                </a:ext>
              </a:extLst>
            </p:cNvPr>
            <p:cNvSpPr/>
            <p:nvPr/>
          </p:nvSpPr>
          <p:spPr>
            <a:xfrm rot="5400000">
              <a:off x="1077869" y="1925016"/>
              <a:ext cx="340613" cy="797975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3EDC422-EF94-CB41-373C-00C04E6351C4}"/>
                </a:ext>
              </a:extLst>
            </p:cNvPr>
            <p:cNvSpPr txBox="1"/>
            <p:nvPr/>
          </p:nvSpPr>
          <p:spPr>
            <a:xfrm>
              <a:off x="1045769" y="23027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64</a:t>
              </a:r>
              <a:endParaRPr lang="ko-KR" altLang="en-US" sz="900" b="1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C7A3B87-E343-4206-6B18-12DDE2B95412}"/>
                </a:ext>
              </a:extLst>
            </p:cNvPr>
            <p:cNvSpPr txBox="1"/>
            <p:nvPr/>
          </p:nvSpPr>
          <p:spPr>
            <a:xfrm>
              <a:off x="764815" y="22085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24</a:t>
              </a:r>
              <a:endParaRPr lang="ko-KR" altLang="en-US" sz="900" b="1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5A4FEB8C-77EA-47C2-F87C-53369976DBE8}"/>
              </a:ext>
            </a:extLst>
          </p:cNvPr>
          <p:cNvGrpSpPr/>
          <p:nvPr/>
        </p:nvGrpSpPr>
        <p:grpSpPr>
          <a:xfrm>
            <a:off x="859275" y="2955425"/>
            <a:ext cx="787887" cy="1027329"/>
            <a:chOff x="859275" y="2955425"/>
            <a:chExt cx="787887" cy="1027329"/>
          </a:xfrm>
        </p:grpSpPr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94653841-B595-CFC4-9175-9F2B4029939C}"/>
                </a:ext>
              </a:extLst>
            </p:cNvPr>
            <p:cNvSpPr/>
            <p:nvPr/>
          </p:nvSpPr>
          <p:spPr>
            <a:xfrm rot="5400000">
              <a:off x="801375" y="3097699"/>
              <a:ext cx="988061" cy="70351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65D29818-307E-2DEB-7765-7FFEFA5A083F}"/>
                </a:ext>
              </a:extLst>
            </p:cNvPr>
            <p:cNvSpPr txBox="1"/>
            <p:nvPr/>
          </p:nvSpPr>
          <p:spPr>
            <a:xfrm>
              <a:off x="1071824" y="37519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45</a:t>
              </a:r>
              <a:endParaRPr lang="ko-KR" altLang="en-US" sz="900" b="1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51E4298-8E66-CCE8-9523-D1B98E6A6A5D}"/>
                </a:ext>
              </a:extLst>
            </p:cNvPr>
            <p:cNvSpPr txBox="1"/>
            <p:nvPr/>
          </p:nvSpPr>
          <p:spPr>
            <a:xfrm>
              <a:off x="859275" y="33720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809BFD9-0215-9DF5-355E-C34279DB5DAB}"/>
              </a:ext>
            </a:extLst>
          </p:cNvPr>
          <p:cNvGrpSpPr/>
          <p:nvPr/>
        </p:nvGrpSpPr>
        <p:grpSpPr>
          <a:xfrm>
            <a:off x="1375432" y="888466"/>
            <a:ext cx="474136" cy="1003305"/>
            <a:chOff x="1375432" y="888466"/>
            <a:chExt cx="474136" cy="1003305"/>
          </a:xfrm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4A83F1A0-77A7-9713-0828-4160D4FD37EE}"/>
                </a:ext>
              </a:extLst>
            </p:cNvPr>
            <p:cNvSpPr/>
            <p:nvPr/>
          </p:nvSpPr>
          <p:spPr>
            <a:xfrm rot="5400000">
              <a:off x="1134346" y="1230629"/>
              <a:ext cx="988061" cy="30373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3F2F5-12EF-353C-F963-14A8AC57E0DF}"/>
                </a:ext>
              </a:extLst>
            </p:cNvPr>
            <p:cNvSpPr txBox="1"/>
            <p:nvPr/>
          </p:nvSpPr>
          <p:spPr>
            <a:xfrm>
              <a:off x="1444755" y="166093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</a:t>
              </a:r>
              <a:endParaRPr lang="ko-KR" altLang="en-US" sz="900" b="1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23A9E46-68B8-954B-9CA3-F7F6FD3C0980}"/>
                </a:ext>
              </a:extLst>
            </p:cNvPr>
            <p:cNvSpPr txBox="1"/>
            <p:nvPr/>
          </p:nvSpPr>
          <p:spPr>
            <a:xfrm>
              <a:off x="1375432" y="12747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21179855-3B7C-1C92-FB18-FE1E65CD70A5}"/>
              </a:ext>
            </a:extLst>
          </p:cNvPr>
          <p:cNvSpPr txBox="1"/>
          <p:nvPr/>
        </p:nvSpPr>
        <p:spPr>
          <a:xfrm>
            <a:off x="254437" y="487904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 err="1"/>
              <a:t>오븐장</a:t>
            </a:r>
            <a:endParaRPr lang="ko-KR" altLang="en-US" sz="1200" b="1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B0A973E-4859-C91E-45C6-EEC5A8739EF7}"/>
              </a:ext>
            </a:extLst>
          </p:cNvPr>
          <p:cNvGrpSpPr/>
          <p:nvPr/>
        </p:nvGrpSpPr>
        <p:grpSpPr>
          <a:xfrm>
            <a:off x="2211391" y="888467"/>
            <a:ext cx="474136" cy="1003305"/>
            <a:chOff x="2211391" y="888467"/>
            <a:chExt cx="474136" cy="1003305"/>
          </a:xfrm>
        </p:grpSpPr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EF7A073E-5000-970E-5376-66ABA74ED8A3}"/>
                </a:ext>
              </a:extLst>
            </p:cNvPr>
            <p:cNvSpPr/>
            <p:nvPr/>
          </p:nvSpPr>
          <p:spPr>
            <a:xfrm rot="5400000">
              <a:off x="1970305" y="1230630"/>
              <a:ext cx="988061" cy="30373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76D711B-8608-0EF9-DFE1-262CD0A7D665}"/>
                </a:ext>
              </a:extLst>
            </p:cNvPr>
            <p:cNvSpPr txBox="1"/>
            <p:nvPr/>
          </p:nvSpPr>
          <p:spPr>
            <a:xfrm>
              <a:off x="2280714" y="166094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AF612CE-B2A7-D2D6-97CB-4164E5CCBE43}"/>
                </a:ext>
              </a:extLst>
            </p:cNvPr>
            <p:cNvSpPr txBox="1"/>
            <p:nvPr/>
          </p:nvSpPr>
          <p:spPr>
            <a:xfrm>
              <a:off x="2211391" y="127470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36A11061-7F7A-59A8-CCA3-7C857BC677D0}"/>
              </a:ext>
            </a:extLst>
          </p:cNvPr>
          <p:cNvSpPr txBox="1"/>
          <p:nvPr/>
        </p:nvSpPr>
        <p:spPr>
          <a:xfrm>
            <a:off x="2413797" y="487904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싱크대 </a:t>
            </a:r>
            <a:r>
              <a:rPr lang="ko-KR" altLang="en-US" sz="1200" b="1" dirty="0" err="1"/>
              <a:t>하부장</a:t>
            </a:r>
            <a:endParaRPr lang="ko-KR" altLang="en-US" sz="12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70F9F8D-F68D-467A-B26F-287DF424F880}"/>
              </a:ext>
            </a:extLst>
          </p:cNvPr>
          <p:cNvGrpSpPr/>
          <p:nvPr/>
        </p:nvGrpSpPr>
        <p:grpSpPr>
          <a:xfrm>
            <a:off x="2228093" y="2047177"/>
            <a:ext cx="718306" cy="1027329"/>
            <a:chOff x="2228093" y="2047177"/>
            <a:chExt cx="718306" cy="1027329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A077E28B-C3B7-9EA1-571C-9E266334A0A8}"/>
                </a:ext>
              </a:extLst>
            </p:cNvPr>
            <p:cNvSpPr/>
            <p:nvPr/>
          </p:nvSpPr>
          <p:spPr>
            <a:xfrm rot="5400000">
              <a:off x="2135402" y="2224241"/>
              <a:ext cx="988061" cy="63393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9C1B70A-1545-7E06-ECAF-4B5A85D4C11C}"/>
                </a:ext>
              </a:extLst>
            </p:cNvPr>
            <p:cNvSpPr txBox="1"/>
            <p:nvPr/>
          </p:nvSpPr>
          <p:spPr>
            <a:xfrm>
              <a:off x="2440642" y="28436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52AE51F-9EE7-F207-558F-08A7DE7EB48A}"/>
                </a:ext>
              </a:extLst>
            </p:cNvPr>
            <p:cNvSpPr txBox="1"/>
            <p:nvPr/>
          </p:nvSpPr>
          <p:spPr>
            <a:xfrm>
              <a:off x="2228093" y="246379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26D3398-7E00-08B4-FEE9-77D60968B450}"/>
              </a:ext>
            </a:extLst>
          </p:cNvPr>
          <p:cNvGrpSpPr/>
          <p:nvPr/>
        </p:nvGrpSpPr>
        <p:grpSpPr>
          <a:xfrm>
            <a:off x="2946399" y="2047177"/>
            <a:ext cx="718306" cy="1027329"/>
            <a:chOff x="2946399" y="2047177"/>
            <a:chExt cx="718306" cy="1027329"/>
          </a:xfrm>
        </p:grpSpPr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7E4D6352-EA4F-6519-FAD0-D5CB7A54E11B}"/>
                </a:ext>
              </a:extLst>
            </p:cNvPr>
            <p:cNvSpPr/>
            <p:nvPr/>
          </p:nvSpPr>
          <p:spPr>
            <a:xfrm rot="5400000">
              <a:off x="2853708" y="2224241"/>
              <a:ext cx="988061" cy="63393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1EC4C73-32E0-361E-F546-F5E22746C267}"/>
                </a:ext>
              </a:extLst>
            </p:cNvPr>
            <p:cNvSpPr txBox="1"/>
            <p:nvPr/>
          </p:nvSpPr>
          <p:spPr>
            <a:xfrm>
              <a:off x="3158948" y="28436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F76FAB-221A-F980-3BA2-62715936F1EB}"/>
                </a:ext>
              </a:extLst>
            </p:cNvPr>
            <p:cNvSpPr txBox="1"/>
            <p:nvPr/>
          </p:nvSpPr>
          <p:spPr>
            <a:xfrm>
              <a:off x="2946399" y="246379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0AFDC17-F640-38ED-6865-5AB5F6DAE3F7}"/>
              </a:ext>
            </a:extLst>
          </p:cNvPr>
          <p:cNvGrpSpPr/>
          <p:nvPr/>
        </p:nvGrpSpPr>
        <p:grpSpPr>
          <a:xfrm>
            <a:off x="2228093" y="3136047"/>
            <a:ext cx="895350" cy="1027329"/>
            <a:chOff x="2228093" y="3136047"/>
            <a:chExt cx="895350" cy="1027329"/>
          </a:xfrm>
        </p:grpSpPr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DA692715-5235-0303-9EBE-064B370696DF}"/>
                </a:ext>
              </a:extLst>
            </p:cNvPr>
            <p:cNvSpPr/>
            <p:nvPr/>
          </p:nvSpPr>
          <p:spPr>
            <a:xfrm rot="5400000">
              <a:off x="2223923" y="3224589"/>
              <a:ext cx="988061" cy="81097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C100DE5-C9DC-335B-D4D9-8E830BDA504C}"/>
                </a:ext>
              </a:extLst>
            </p:cNvPr>
            <p:cNvSpPr txBox="1"/>
            <p:nvPr/>
          </p:nvSpPr>
          <p:spPr>
            <a:xfrm>
              <a:off x="2440642" y="3932544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8311BE9-1849-7B93-FCB2-A7721052DDC5}"/>
                </a:ext>
              </a:extLst>
            </p:cNvPr>
            <p:cNvSpPr txBox="1"/>
            <p:nvPr/>
          </p:nvSpPr>
          <p:spPr>
            <a:xfrm>
              <a:off x="2228093" y="3552663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90508C9-9CBA-43D9-707D-E689B1460525}"/>
              </a:ext>
            </a:extLst>
          </p:cNvPr>
          <p:cNvGrpSpPr/>
          <p:nvPr/>
        </p:nvGrpSpPr>
        <p:grpSpPr>
          <a:xfrm>
            <a:off x="3202220" y="3136048"/>
            <a:ext cx="895350" cy="1027329"/>
            <a:chOff x="3202220" y="3136048"/>
            <a:chExt cx="895350" cy="1027329"/>
          </a:xfrm>
        </p:grpSpPr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3AD45EEE-E320-9AD6-E35F-40910FDEC7BE}"/>
                </a:ext>
              </a:extLst>
            </p:cNvPr>
            <p:cNvSpPr/>
            <p:nvPr/>
          </p:nvSpPr>
          <p:spPr>
            <a:xfrm rot="5400000">
              <a:off x="3198050" y="3224590"/>
              <a:ext cx="988061" cy="81097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8739D76-1E22-95BA-E58E-4FD58A38AA05}"/>
                </a:ext>
              </a:extLst>
            </p:cNvPr>
            <p:cNvSpPr txBox="1"/>
            <p:nvPr/>
          </p:nvSpPr>
          <p:spPr>
            <a:xfrm>
              <a:off x="3414769" y="3932545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799AAC1-CBA5-E04A-8045-074ED189E1D9}"/>
                </a:ext>
              </a:extLst>
            </p:cNvPr>
            <p:cNvSpPr txBox="1"/>
            <p:nvPr/>
          </p:nvSpPr>
          <p:spPr>
            <a:xfrm>
              <a:off x="3202220" y="3552664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F708BEF-C421-D1C5-40AC-D21FB8E0A603}"/>
              </a:ext>
            </a:extLst>
          </p:cNvPr>
          <p:cNvGrpSpPr/>
          <p:nvPr/>
        </p:nvGrpSpPr>
        <p:grpSpPr>
          <a:xfrm>
            <a:off x="2228093" y="4265956"/>
            <a:ext cx="974126" cy="1027328"/>
            <a:chOff x="2228093" y="4265956"/>
            <a:chExt cx="974126" cy="1027328"/>
          </a:xfrm>
        </p:grpSpPr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7132DA88-721D-A15C-BE1B-2EA05A576FAF}"/>
                </a:ext>
              </a:extLst>
            </p:cNvPr>
            <p:cNvSpPr/>
            <p:nvPr/>
          </p:nvSpPr>
          <p:spPr>
            <a:xfrm rot="5400000">
              <a:off x="2263311" y="4315109"/>
              <a:ext cx="988061" cy="889755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0D4D4BAE-7955-60E6-AB65-3CD5FFCC8478}"/>
                </a:ext>
              </a:extLst>
            </p:cNvPr>
            <p:cNvSpPr txBox="1"/>
            <p:nvPr/>
          </p:nvSpPr>
          <p:spPr>
            <a:xfrm>
              <a:off x="2512903" y="5062452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54</a:t>
              </a:r>
              <a:endParaRPr lang="ko-KR" altLang="en-US" sz="900" b="1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80D68325-0107-D9B7-13D9-C3808BEA4947}"/>
                </a:ext>
              </a:extLst>
            </p:cNvPr>
            <p:cNvSpPr txBox="1"/>
            <p:nvPr/>
          </p:nvSpPr>
          <p:spPr>
            <a:xfrm>
              <a:off x="2228093" y="4682571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14FE0D59-AB1D-A699-ECEC-0AB76BBA51D6}"/>
              </a:ext>
            </a:extLst>
          </p:cNvPr>
          <p:cNvGrpSpPr/>
          <p:nvPr/>
        </p:nvGrpSpPr>
        <p:grpSpPr>
          <a:xfrm>
            <a:off x="2674290" y="888469"/>
            <a:ext cx="503707" cy="1003304"/>
            <a:chOff x="2674290" y="888469"/>
            <a:chExt cx="503707" cy="1003304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E1AD1019-CA38-B3FB-7A75-6957FCDE8D13}"/>
                </a:ext>
              </a:extLst>
            </p:cNvPr>
            <p:cNvSpPr/>
            <p:nvPr/>
          </p:nvSpPr>
          <p:spPr>
            <a:xfrm rot="5400000">
              <a:off x="2467865" y="1195970"/>
              <a:ext cx="988061" cy="37305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C64CCCBA-ED3F-93D0-0C24-3CC8F3EBB6F5}"/>
                </a:ext>
              </a:extLst>
            </p:cNvPr>
            <p:cNvSpPr txBox="1"/>
            <p:nvPr/>
          </p:nvSpPr>
          <p:spPr>
            <a:xfrm>
              <a:off x="2773184" y="16609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13</a:t>
              </a:r>
              <a:endParaRPr lang="ko-KR" altLang="en-US" sz="900" b="1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20B280A6-2642-F6F2-CAC0-CB6F4F551F1B}"/>
                </a:ext>
              </a:extLst>
            </p:cNvPr>
            <p:cNvSpPr txBox="1"/>
            <p:nvPr/>
          </p:nvSpPr>
          <p:spPr>
            <a:xfrm>
              <a:off x="2674290" y="127470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28133BB-6B3E-1F92-5436-44A0B818EA12}"/>
              </a:ext>
            </a:extLst>
          </p:cNvPr>
          <p:cNvGrpSpPr/>
          <p:nvPr/>
        </p:nvGrpSpPr>
        <p:grpSpPr>
          <a:xfrm>
            <a:off x="6924622" y="872622"/>
            <a:ext cx="497696" cy="2592065"/>
            <a:chOff x="6924622" y="872622"/>
            <a:chExt cx="497696" cy="2592065"/>
          </a:xfrm>
        </p:grpSpPr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0EB43C96-CF6E-1951-FBFA-A0210AF15988}"/>
                </a:ext>
              </a:extLst>
            </p:cNvPr>
            <p:cNvSpPr/>
            <p:nvPr/>
          </p:nvSpPr>
          <p:spPr>
            <a:xfrm rot="5400000">
              <a:off x="5925190" y="1964938"/>
              <a:ext cx="2589443" cy="404812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5A231566-BB08-6B88-397E-B529DB7EBFA3}"/>
                </a:ext>
              </a:extLst>
            </p:cNvPr>
            <p:cNvSpPr txBox="1"/>
            <p:nvPr/>
          </p:nvSpPr>
          <p:spPr>
            <a:xfrm>
              <a:off x="7009407" y="323385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15</a:t>
              </a:r>
              <a:endParaRPr lang="ko-KR" altLang="en-US" sz="900" b="1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B1FA047-ACF8-2D55-BE46-3041CE84D696}"/>
                </a:ext>
              </a:extLst>
            </p:cNvPr>
            <p:cNvSpPr txBox="1"/>
            <p:nvPr/>
          </p:nvSpPr>
          <p:spPr>
            <a:xfrm>
              <a:off x="6924622" y="202846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116</a:t>
              </a:r>
              <a:endParaRPr lang="ko-KR" altLang="en-US" sz="900" b="1" dirty="0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E106ABF-8312-36C1-1435-37E30672C828}"/>
              </a:ext>
            </a:extLst>
          </p:cNvPr>
          <p:cNvGrpSpPr/>
          <p:nvPr/>
        </p:nvGrpSpPr>
        <p:grpSpPr>
          <a:xfrm>
            <a:off x="4294384" y="2062104"/>
            <a:ext cx="708042" cy="1027329"/>
            <a:chOff x="4294384" y="2062104"/>
            <a:chExt cx="708042" cy="1027329"/>
          </a:xfrm>
        </p:grpSpPr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2B4769EC-9A2C-2096-F36B-23B17900E133}"/>
                </a:ext>
              </a:extLst>
            </p:cNvPr>
            <p:cNvSpPr/>
            <p:nvPr/>
          </p:nvSpPr>
          <p:spPr>
            <a:xfrm rot="5400000">
              <a:off x="4196561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BE7885D-6D56-D40F-448F-859FBD7BA7DF}"/>
                </a:ext>
              </a:extLst>
            </p:cNvPr>
            <p:cNvSpPr txBox="1"/>
            <p:nvPr/>
          </p:nvSpPr>
          <p:spPr>
            <a:xfrm>
              <a:off x="4506933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429DD041-8D73-72B1-8009-0B8B32A8E3F9}"/>
                </a:ext>
              </a:extLst>
            </p:cNvPr>
            <p:cNvSpPr txBox="1"/>
            <p:nvPr/>
          </p:nvSpPr>
          <p:spPr>
            <a:xfrm>
              <a:off x="4294384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DD9FD5FB-2066-776E-F1AE-834C028A93AE}"/>
              </a:ext>
            </a:extLst>
          </p:cNvPr>
          <p:cNvSpPr txBox="1"/>
          <p:nvPr/>
        </p:nvSpPr>
        <p:spPr>
          <a:xfrm>
            <a:off x="4888414" y="487905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아일랜드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A86C264-1F8C-C5C9-C310-17ACD6B0FF2C}"/>
              </a:ext>
            </a:extLst>
          </p:cNvPr>
          <p:cNvGrpSpPr/>
          <p:nvPr/>
        </p:nvGrpSpPr>
        <p:grpSpPr>
          <a:xfrm>
            <a:off x="4281325" y="888471"/>
            <a:ext cx="436567" cy="1033481"/>
            <a:chOff x="4281325" y="888471"/>
            <a:chExt cx="436567" cy="1033481"/>
          </a:xfrm>
        </p:grpSpPr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C3F8A2C9-80EC-95EC-6534-A132E56203A4}"/>
                </a:ext>
              </a:extLst>
            </p:cNvPr>
            <p:cNvSpPr/>
            <p:nvPr/>
          </p:nvSpPr>
          <p:spPr>
            <a:xfrm rot="5400000">
              <a:off x="4007191" y="1263682"/>
              <a:ext cx="1033481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BE4E4B32-D860-CFFD-7925-5FD2BE63DAC2}"/>
                </a:ext>
              </a:extLst>
            </p:cNvPr>
            <p:cNvSpPr txBox="1"/>
            <p:nvPr/>
          </p:nvSpPr>
          <p:spPr>
            <a:xfrm>
              <a:off x="4313079" y="166094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4DF213A-3CF6-2A97-80C6-1AC537A35E36}"/>
                </a:ext>
              </a:extLst>
            </p:cNvPr>
            <p:cNvSpPr txBox="1"/>
            <p:nvPr/>
          </p:nvSpPr>
          <p:spPr>
            <a:xfrm>
              <a:off x="4281325" y="127470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7831947-06D8-7BA2-8FBB-BC08740CF865}"/>
              </a:ext>
            </a:extLst>
          </p:cNvPr>
          <p:cNvGrpSpPr/>
          <p:nvPr/>
        </p:nvGrpSpPr>
        <p:grpSpPr>
          <a:xfrm>
            <a:off x="4995715" y="2062104"/>
            <a:ext cx="708042" cy="1027329"/>
            <a:chOff x="4995715" y="2062104"/>
            <a:chExt cx="708042" cy="1027329"/>
          </a:xfrm>
        </p:grpSpPr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CAE61F7C-E05B-0AA2-68C7-B7C4DB653233}"/>
                </a:ext>
              </a:extLst>
            </p:cNvPr>
            <p:cNvSpPr/>
            <p:nvPr/>
          </p:nvSpPr>
          <p:spPr>
            <a:xfrm rot="5400000">
              <a:off x="4897892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0856CFA-52AA-5171-1C5D-DD747EC55410}"/>
                </a:ext>
              </a:extLst>
            </p:cNvPr>
            <p:cNvSpPr txBox="1"/>
            <p:nvPr/>
          </p:nvSpPr>
          <p:spPr>
            <a:xfrm>
              <a:off x="5208264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7C177975-A0E0-B9CE-0EDB-169EB9251DF8}"/>
                </a:ext>
              </a:extLst>
            </p:cNvPr>
            <p:cNvSpPr txBox="1"/>
            <p:nvPr/>
          </p:nvSpPr>
          <p:spPr>
            <a:xfrm>
              <a:off x="4995715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ED04C62E-2D9E-EEF8-AE1A-EEE20AFCE8A2}"/>
              </a:ext>
            </a:extLst>
          </p:cNvPr>
          <p:cNvGrpSpPr/>
          <p:nvPr/>
        </p:nvGrpSpPr>
        <p:grpSpPr>
          <a:xfrm>
            <a:off x="5686292" y="2062104"/>
            <a:ext cx="708042" cy="1027329"/>
            <a:chOff x="5686292" y="2062104"/>
            <a:chExt cx="708042" cy="1027329"/>
          </a:xfrm>
        </p:grpSpPr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92996D17-C0F5-E7F5-C21C-191838A34416}"/>
                </a:ext>
              </a:extLst>
            </p:cNvPr>
            <p:cNvSpPr/>
            <p:nvPr/>
          </p:nvSpPr>
          <p:spPr>
            <a:xfrm rot="5400000">
              <a:off x="5588469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1EDBFDE-444C-E86B-FCE1-8D1D0891DD25}"/>
                </a:ext>
              </a:extLst>
            </p:cNvPr>
            <p:cNvSpPr txBox="1"/>
            <p:nvPr/>
          </p:nvSpPr>
          <p:spPr>
            <a:xfrm>
              <a:off x="5898841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9802A16-33ED-7648-516F-9FE500C53242}"/>
                </a:ext>
              </a:extLst>
            </p:cNvPr>
            <p:cNvSpPr txBox="1"/>
            <p:nvPr/>
          </p:nvSpPr>
          <p:spPr>
            <a:xfrm>
              <a:off x="5686292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12F354B0-4262-F97C-272A-97468B560B64}"/>
              </a:ext>
            </a:extLst>
          </p:cNvPr>
          <p:cNvGrpSpPr/>
          <p:nvPr/>
        </p:nvGrpSpPr>
        <p:grpSpPr>
          <a:xfrm>
            <a:off x="4667207" y="879250"/>
            <a:ext cx="981037" cy="1033481"/>
            <a:chOff x="4667207" y="879250"/>
            <a:chExt cx="981037" cy="1033481"/>
          </a:xfrm>
        </p:grpSpPr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2997CAD7-D252-585A-4E00-66550D1CD476}"/>
                </a:ext>
              </a:extLst>
            </p:cNvPr>
            <p:cNvSpPr/>
            <p:nvPr/>
          </p:nvSpPr>
          <p:spPr>
            <a:xfrm rot="5400000">
              <a:off x="4691523" y="956011"/>
              <a:ext cx="1033481" cy="8799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8B79C3BB-C42F-3B8D-B191-4FCC31855AF3}"/>
                </a:ext>
              </a:extLst>
            </p:cNvPr>
            <p:cNvSpPr txBox="1"/>
            <p:nvPr/>
          </p:nvSpPr>
          <p:spPr>
            <a:xfrm>
              <a:off x="4980833" y="165172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56</a:t>
              </a:r>
              <a:endParaRPr lang="ko-KR" altLang="en-US" sz="9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D172ABD-9271-B978-A7AC-24C8A8D26142}"/>
                </a:ext>
              </a:extLst>
            </p:cNvPr>
            <p:cNvSpPr txBox="1"/>
            <p:nvPr/>
          </p:nvSpPr>
          <p:spPr>
            <a:xfrm>
              <a:off x="4667207" y="126548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7DC48DB-043E-B9B1-2DAA-DC47C65215C0}"/>
              </a:ext>
            </a:extLst>
          </p:cNvPr>
          <p:cNvGrpSpPr/>
          <p:nvPr/>
        </p:nvGrpSpPr>
        <p:grpSpPr>
          <a:xfrm>
            <a:off x="5680879" y="879575"/>
            <a:ext cx="981037" cy="1033481"/>
            <a:chOff x="5680879" y="879575"/>
            <a:chExt cx="981037" cy="1033481"/>
          </a:xfrm>
        </p:grpSpPr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1EB1305E-73E5-4965-044F-4332D8792999}"/>
                </a:ext>
              </a:extLst>
            </p:cNvPr>
            <p:cNvSpPr/>
            <p:nvPr/>
          </p:nvSpPr>
          <p:spPr>
            <a:xfrm rot="5400000">
              <a:off x="5705195" y="956336"/>
              <a:ext cx="1033481" cy="8799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A60C21D-9FE2-C463-4149-BCA5A246847F}"/>
                </a:ext>
              </a:extLst>
            </p:cNvPr>
            <p:cNvSpPr txBox="1"/>
            <p:nvPr/>
          </p:nvSpPr>
          <p:spPr>
            <a:xfrm>
              <a:off x="5994505" y="16520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56</a:t>
              </a:r>
              <a:endParaRPr lang="ko-KR" altLang="en-US" sz="9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FD754C6-51B3-F956-8C1D-155703A26441}"/>
                </a:ext>
              </a:extLst>
            </p:cNvPr>
            <p:cNvSpPr txBox="1"/>
            <p:nvPr/>
          </p:nvSpPr>
          <p:spPr>
            <a:xfrm>
              <a:off x="5680879" y="126580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sp>
        <p:nvSpPr>
          <p:cNvPr id="132" name="TextBox 131">
            <a:extLst>
              <a:ext uri="{FF2B5EF4-FFF2-40B4-BE49-F238E27FC236}">
                <a16:creationId xmlns:a16="http://schemas.microsoft.com/office/drawing/2014/main" id="{92E990F9-A898-1066-D642-5F89570D1360}"/>
              </a:ext>
            </a:extLst>
          </p:cNvPr>
          <p:cNvSpPr txBox="1"/>
          <p:nvPr/>
        </p:nvSpPr>
        <p:spPr>
          <a:xfrm>
            <a:off x="6969096" y="565903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걸레받이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C7AEED4-F393-EA36-CFCA-6F51B66F2273}"/>
              </a:ext>
            </a:extLst>
          </p:cNvPr>
          <p:cNvGrpSpPr/>
          <p:nvPr/>
        </p:nvGrpSpPr>
        <p:grpSpPr>
          <a:xfrm>
            <a:off x="7449512" y="872624"/>
            <a:ext cx="497696" cy="3090270"/>
            <a:chOff x="7449512" y="872624"/>
            <a:chExt cx="497696" cy="3090270"/>
          </a:xfrm>
        </p:grpSpPr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F3C5A605-A0A0-A513-EE2A-7C81679A1FD9}"/>
                </a:ext>
              </a:extLst>
            </p:cNvPr>
            <p:cNvSpPr/>
            <p:nvPr/>
          </p:nvSpPr>
          <p:spPr>
            <a:xfrm rot="5400000">
              <a:off x="6199667" y="2215353"/>
              <a:ext cx="3090270" cy="404812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E1307BD6-EBBC-B302-4192-B8E6EDF1F430}"/>
                </a:ext>
              </a:extLst>
            </p:cNvPr>
            <p:cNvSpPr txBox="1"/>
            <p:nvPr/>
          </p:nvSpPr>
          <p:spPr>
            <a:xfrm>
              <a:off x="7534297" y="373206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15</a:t>
              </a:r>
              <a:endParaRPr lang="ko-KR" altLang="en-US" sz="900" b="1" dirty="0"/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5EE962F2-7E0A-05AE-E3F1-AB1D9F34E22F}"/>
                </a:ext>
              </a:extLst>
            </p:cNvPr>
            <p:cNvSpPr txBox="1"/>
            <p:nvPr/>
          </p:nvSpPr>
          <p:spPr>
            <a:xfrm>
              <a:off x="7449512" y="218692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229</a:t>
              </a:r>
              <a:endParaRPr lang="ko-KR" altLang="en-US" sz="900" b="1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FE91B646-C1FE-9DC5-CDA9-2AD56CE91EC7}"/>
              </a:ext>
            </a:extLst>
          </p:cNvPr>
          <p:cNvGrpSpPr/>
          <p:nvPr/>
        </p:nvGrpSpPr>
        <p:grpSpPr>
          <a:xfrm>
            <a:off x="8039117" y="872626"/>
            <a:ext cx="489598" cy="2378955"/>
            <a:chOff x="8039117" y="872626"/>
            <a:chExt cx="489598" cy="2378955"/>
          </a:xfrm>
        </p:grpSpPr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5E0A71D4-0197-8832-70A9-71F6D5F56FAB}"/>
                </a:ext>
              </a:extLst>
            </p:cNvPr>
            <p:cNvSpPr/>
            <p:nvPr/>
          </p:nvSpPr>
          <p:spPr>
            <a:xfrm rot="5400000">
              <a:off x="7116571" y="1888056"/>
              <a:ext cx="2378955" cy="34809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B3CD44EF-024B-93EF-14CE-8DE34037932F}"/>
                </a:ext>
              </a:extLst>
            </p:cNvPr>
            <p:cNvSpPr txBox="1"/>
            <p:nvPr/>
          </p:nvSpPr>
          <p:spPr>
            <a:xfrm>
              <a:off x="8123902" y="30207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14</a:t>
              </a:r>
              <a:endParaRPr lang="ko-KR" altLang="en-US" sz="900" b="1" dirty="0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E968DFCB-6EA8-00C6-E8ED-29CE33011CFA}"/>
                </a:ext>
              </a:extLst>
            </p:cNvPr>
            <p:cNvSpPr txBox="1"/>
            <p:nvPr/>
          </p:nvSpPr>
          <p:spPr>
            <a:xfrm>
              <a:off x="8039117" y="202846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108</a:t>
              </a:r>
              <a:endParaRPr lang="ko-KR" altLang="en-US" sz="900" b="1" dirty="0"/>
            </a:p>
          </p:txBody>
        </p: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8DCD7D42-45FF-67DC-C8D3-DD1D7E3790CB}"/>
              </a:ext>
            </a:extLst>
          </p:cNvPr>
          <p:cNvSpPr txBox="1"/>
          <p:nvPr/>
        </p:nvSpPr>
        <p:spPr>
          <a:xfrm>
            <a:off x="9564585" y="1785105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상판</a:t>
            </a:r>
            <a:r>
              <a:rPr lang="en-US" altLang="ko-KR" sz="1200" b="1" dirty="0"/>
              <a:t>&lt;-&gt;</a:t>
            </a:r>
            <a:r>
              <a:rPr lang="ko-KR" altLang="en-US" sz="1200" b="1" dirty="0"/>
              <a:t>서랍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B67F3E3-D78F-D07D-5D23-44D7AD93BF89}"/>
              </a:ext>
            </a:extLst>
          </p:cNvPr>
          <p:cNvGrpSpPr/>
          <p:nvPr/>
        </p:nvGrpSpPr>
        <p:grpSpPr>
          <a:xfrm>
            <a:off x="9258754" y="2277948"/>
            <a:ext cx="436567" cy="734667"/>
            <a:chOff x="9258754" y="2277948"/>
            <a:chExt cx="436567" cy="734667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DFA62706-B708-917C-DD29-5128AB91E068}"/>
                </a:ext>
              </a:extLst>
            </p:cNvPr>
            <p:cNvSpPr/>
            <p:nvPr/>
          </p:nvSpPr>
          <p:spPr>
            <a:xfrm rot="5400000">
              <a:off x="9134027" y="2503752"/>
              <a:ext cx="734667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3614108D-3977-F886-2C62-F0684A56A58D}"/>
                </a:ext>
              </a:extLst>
            </p:cNvPr>
            <p:cNvSpPr txBox="1"/>
            <p:nvPr/>
          </p:nvSpPr>
          <p:spPr>
            <a:xfrm>
              <a:off x="9290508" y="27817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D6BB8DEC-7AA4-BD5C-DA6B-C0A0DACA3712}"/>
                </a:ext>
              </a:extLst>
            </p:cNvPr>
            <p:cNvSpPr txBox="1"/>
            <p:nvPr/>
          </p:nvSpPr>
          <p:spPr>
            <a:xfrm>
              <a:off x="9258754" y="25116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1A06BB1-710D-DC84-1585-85D4F23CC2E3}"/>
              </a:ext>
            </a:extLst>
          </p:cNvPr>
          <p:cNvGrpSpPr/>
          <p:nvPr/>
        </p:nvGrpSpPr>
        <p:grpSpPr>
          <a:xfrm>
            <a:off x="9636790" y="2277950"/>
            <a:ext cx="436567" cy="988063"/>
            <a:chOff x="9636790" y="2277950"/>
            <a:chExt cx="436567" cy="988063"/>
          </a:xfrm>
        </p:grpSpPr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B0163A7B-876F-038F-121B-A1CEDA03405C}"/>
                </a:ext>
              </a:extLst>
            </p:cNvPr>
            <p:cNvSpPr/>
            <p:nvPr/>
          </p:nvSpPr>
          <p:spPr>
            <a:xfrm rot="5400000">
              <a:off x="9385365" y="2630452"/>
              <a:ext cx="988063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922F8EC-376C-8632-1B3E-4CB4AA095B86}"/>
                </a:ext>
              </a:extLst>
            </p:cNvPr>
            <p:cNvSpPr txBox="1"/>
            <p:nvPr/>
          </p:nvSpPr>
          <p:spPr>
            <a:xfrm>
              <a:off x="9668544" y="301261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6A9435F5-6719-1A16-B287-2B84CCEE3029}"/>
                </a:ext>
              </a:extLst>
            </p:cNvPr>
            <p:cNvSpPr txBox="1"/>
            <p:nvPr/>
          </p:nvSpPr>
          <p:spPr>
            <a:xfrm>
              <a:off x="9636790" y="267386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52</a:t>
              </a:r>
              <a:endParaRPr lang="ko-KR" altLang="en-US" sz="900" b="1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014F9A20-D36F-23F1-CB58-D9D05368C7A1}"/>
              </a:ext>
            </a:extLst>
          </p:cNvPr>
          <p:cNvGrpSpPr/>
          <p:nvPr/>
        </p:nvGrpSpPr>
        <p:grpSpPr>
          <a:xfrm>
            <a:off x="10079919" y="2277951"/>
            <a:ext cx="436567" cy="2163336"/>
            <a:chOff x="10079919" y="2277951"/>
            <a:chExt cx="436567" cy="2163336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B28D8180-5348-CAE0-B2B0-C29DD15AAA9A}"/>
                </a:ext>
              </a:extLst>
            </p:cNvPr>
            <p:cNvSpPr/>
            <p:nvPr/>
          </p:nvSpPr>
          <p:spPr>
            <a:xfrm rot="5400000">
              <a:off x="9240858" y="3218089"/>
              <a:ext cx="2163336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67FFF2A7-5344-7ADD-86E7-54F66401E714}"/>
                </a:ext>
              </a:extLst>
            </p:cNvPr>
            <p:cNvSpPr txBox="1"/>
            <p:nvPr/>
          </p:nvSpPr>
          <p:spPr>
            <a:xfrm>
              <a:off x="10111673" y="42067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D1884F89-D7EB-B3BA-514B-71FD182C9E0A}"/>
                </a:ext>
              </a:extLst>
            </p:cNvPr>
            <p:cNvSpPr txBox="1"/>
            <p:nvPr/>
          </p:nvSpPr>
          <p:spPr>
            <a:xfrm>
              <a:off x="10079919" y="321884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164</a:t>
              </a:r>
              <a:endParaRPr lang="ko-KR" altLang="en-US" sz="900" b="1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34190966-DC02-B84C-17E6-823F503E6669}"/>
              </a:ext>
            </a:extLst>
          </p:cNvPr>
          <p:cNvGrpSpPr/>
          <p:nvPr/>
        </p:nvGrpSpPr>
        <p:grpSpPr>
          <a:xfrm>
            <a:off x="10543104" y="2277952"/>
            <a:ext cx="436567" cy="1850915"/>
            <a:chOff x="10543104" y="2277952"/>
            <a:chExt cx="436567" cy="1850915"/>
          </a:xfrm>
        </p:grpSpPr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52820AED-9E17-354C-BBDF-EF3FE6E382DE}"/>
                </a:ext>
              </a:extLst>
            </p:cNvPr>
            <p:cNvSpPr/>
            <p:nvPr/>
          </p:nvSpPr>
          <p:spPr>
            <a:xfrm rot="5400000">
              <a:off x="9860253" y="3061880"/>
              <a:ext cx="1850915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9DF6B3BC-6480-8A8C-BB1C-7AC074D7CDA2}"/>
                </a:ext>
              </a:extLst>
            </p:cNvPr>
            <p:cNvSpPr txBox="1"/>
            <p:nvPr/>
          </p:nvSpPr>
          <p:spPr>
            <a:xfrm>
              <a:off x="10574858" y="388668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A9885C2-F3D2-0FEC-1B8B-DE3AB5BC8842}"/>
                </a:ext>
              </a:extLst>
            </p:cNvPr>
            <p:cNvSpPr txBox="1"/>
            <p:nvPr/>
          </p:nvSpPr>
          <p:spPr>
            <a:xfrm>
              <a:off x="10543104" y="301087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108</a:t>
              </a:r>
              <a:endParaRPr lang="ko-KR" altLang="en-US" sz="9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151911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19591-AFBD-CD98-60E9-3436AB625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93AB444C-9D4C-0DBF-2E6F-6E96E4AE6024}"/>
              </a:ext>
            </a:extLst>
          </p:cNvPr>
          <p:cNvSpPr txBox="1"/>
          <p:nvPr/>
        </p:nvSpPr>
        <p:spPr>
          <a:xfrm>
            <a:off x="64109" y="128263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주방 롤 재단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53B7A27-A5EB-9EF3-FB7C-8482C7EF7905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B1FEB6-8FD5-23FE-B968-C6F48A164188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252612D-BD6D-7BE4-921F-3CC923601AE5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F1E8A06-474A-C8B6-CD86-D347F5AB6813}"/>
              </a:ext>
            </a:extLst>
          </p:cNvPr>
          <p:cNvSpPr txBox="1"/>
          <p:nvPr/>
        </p:nvSpPr>
        <p:spPr>
          <a:xfrm>
            <a:off x="468708" y="704937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 err="1"/>
              <a:t>상부장</a:t>
            </a:r>
            <a:endParaRPr lang="ko-KR" altLang="en-US" sz="1200" b="1" dirty="0"/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73E8CCFE-778D-FF30-80A2-220F49CC5883}"/>
              </a:ext>
            </a:extLst>
          </p:cNvPr>
          <p:cNvGrpSpPr/>
          <p:nvPr/>
        </p:nvGrpSpPr>
        <p:grpSpPr>
          <a:xfrm>
            <a:off x="248932" y="1105505"/>
            <a:ext cx="831401" cy="1099749"/>
            <a:chOff x="4304479" y="888472"/>
            <a:chExt cx="831401" cy="1099749"/>
          </a:xfrm>
        </p:grpSpPr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FC42EC40-5811-28CF-7C94-B849D2DADAC4}"/>
                </a:ext>
              </a:extLst>
            </p:cNvPr>
            <p:cNvSpPr/>
            <p:nvPr/>
          </p:nvSpPr>
          <p:spPr>
            <a:xfrm rot="5400000">
              <a:off x="4220843" y="1073185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246340D-3A7C-D291-6D97-41B03AB08082}"/>
                </a:ext>
              </a:extLst>
            </p:cNvPr>
            <p:cNvSpPr txBox="1"/>
            <p:nvPr/>
          </p:nvSpPr>
          <p:spPr>
            <a:xfrm>
              <a:off x="4304479" y="12660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C695B78-FA5A-4198-CE25-7CBA9BF6D376}"/>
                </a:ext>
              </a:extLst>
            </p:cNvPr>
            <p:cNvSpPr txBox="1"/>
            <p:nvPr/>
          </p:nvSpPr>
          <p:spPr>
            <a:xfrm>
              <a:off x="4571565" y="17542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833CEE13-A9B4-5FA3-21D9-ABF0A5757F50}"/>
              </a:ext>
            </a:extLst>
          </p:cNvPr>
          <p:cNvGrpSpPr/>
          <p:nvPr/>
        </p:nvGrpSpPr>
        <p:grpSpPr>
          <a:xfrm>
            <a:off x="285360" y="2339947"/>
            <a:ext cx="831401" cy="1099749"/>
            <a:chOff x="4340907" y="2122914"/>
            <a:chExt cx="831401" cy="1099749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DAA43867-683B-BDD5-C115-E2D6532A6AE4}"/>
                </a:ext>
              </a:extLst>
            </p:cNvPr>
            <p:cNvSpPr/>
            <p:nvPr/>
          </p:nvSpPr>
          <p:spPr>
            <a:xfrm rot="5400000">
              <a:off x="4257271" y="2307627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7A303FF5-5486-8646-8602-C38D4DC6948E}"/>
                </a:ext>
              </a:extLst>
            </p:cNvPr>
            <p:cNvSpPr txBox="1"/>
            <p:nvPr/>
          </p:nvSpPr>
          <p:spPr>
            <a:xfrm>
              <a:off x="4340907" y="25005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70D75F7-74AE-FA27-B974-F2D7C095DF59}"/>
                </a:ext>
              </a:extLst>
            </p:cNvPr>
            <p:cNvSpPr txBox="1"/>
            <p:nvPr/>
          </p:nvSpPr>
          <p:spPr>
            <a:xfrm>
              <a:off x="4607993" y="29887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FC2713E2-62ED-460D-E825-E1355F71ACDC}"/>
              </a:ext>
            </a:extLst>
          </p:cNvPr>
          <p:cNvGrpSpPr/>
          <p:nvPr/>
        </p:nvGrpSpPr>
        <p:grpSpPr>
          <a:xfrm>
            <a:off x="1135339" y="2339948"/>
            <a:ext cx="831401" cy="1099749"/>
            <a:chOff x="5190886" y="2122915"/>
            <a:chExt cx="831401" cy="1099749"/>
          </a:xfrm>
        </p:grpSpPr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BCA1ACC4-3E69-5253-5C6C-FFBA72B0E1C0}"/>
                </a:ext>
              </a:extLst>
            </p:cNvPr>
            <p:cNvSpPr/>
            <p:nvPr/>
          </p:nvSpPr>
          <p:spPr>
            <a:xfrm rot="5400000">
              <a:off x="5107250" y="2307628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0AF5D55B-3036-2938-FE70-B137F0A6EC34}"/>
                </a:ext>
              </a:extLst>
            </p:cNvPr>
            <p:cNvSpPr txBox="1"/>
            <p:nvPr/>
          </p:nvSpPr>
          <p:spPr>
            <a:xfrm>
              <a:off x="5190886" y="25005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73941C55-034A-C3D9-98B5-2987B915386D}"/>
                </a:ext>
              </a:extLst>
            </p:cNvPr>
            <p:cNvSpPr txBox="1"/>
            <p:nvPr/>
          </p:nvSpPr>
          <p:spPr>
            <a:xfrm>
              <a:off x="5457972" y="29887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D21B0FD4-B342-5B73-20D9-DB261219B1EF}"/>
              </a:ext>
            </a:extLst>
          </p:cNvPr>
          <p:cNvGrpSpPr/>
          <p:nvPr/>
        </p:nvGrpSpPr>
        <p:grpSpPr>
          <a:xfrm>
            <a:off x="1091068" y="1105500"/>
            <a:ext cx="958743" cy="1104293"/>
            <a:chOff x="5146615" y="888467"/>
            <a:chExt cx="958743" cy="1104293"/>
          </a:xfrm>
        </p:grpSpPr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E9880270-C707-0480-41B4-427062BC9320}"/>
                </a:ext>
              </a:extLst>
            </p:cNvPr>
            <p:cNvSpPr/>
            <p:nvPr/>
          </p:nvSpPr>
          <p:spPr>
            <a:xfrm rot="5400000">
              <a:off x="5126650" y="1009508"/>
              <a:ext cx="1099749" cy="85766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5203AACC-7DE6-D565-C164-2D92E8156FC5}"/>
                </a:ext>
              </a:extLst>
            </p:cNvPr>
            <p:cNvSpPr txBox="1"/>
            <p:nvPr/>
          </p:nvSpPr>
          <p:spPr>
            <a:xfrm>
              <a:off x="5146615" y="12660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18A42A01-9552-277E-8C94-4079270A0C70}"/>
                </a:ext>
              </a:extLst>
            </p:cNvPr>
            <p:cNvSpPr txBox="1"/>
            <p:nvPr/>
          </p:nvSpPr>
          <p:spPr>
            <a:xfrm>
              <a:off x="5482281" y="176192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13EE8731-57B8-3F5E-B9C1-8E992A3FA2BD}"/>
              </a:ext>
            </a:extLst>
          </p:cNvPr>
          <p:cNvGrpSpPr/>
          <p:nvPr/>
        </p:nvGrpSpPr>
        <p:grpSpPr>
          <a:xfrm>
            <a:off x="2093379" y="1105502"/>
            <a:ext cx="958743" cy="1104293"/>
            <a:chOff x="6148926" y="888469"/>
            <a:chExt cx="958743" cy="1104293"/>
          </a:xfrm>
        </p:grpSpPr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FE361703-E348-41C0-BD3B-2E9B0E259024}"/>
                </a:ext>
              </a:extLst>
            </p:cNvPr>
            <p:cNvSpPr/>
            <p:nvPr/>
          </p:nvSpPr>
          <p:spPr>
            <a:xfrm rot="5400000">
              <a:off x="6128961" y="1009510"/>
              <a:ext cx="1099749" cy="85766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6F2E8C23-ACF1-B252-B54B-E98BFDBEC181}"/>
                </a:ext>
              </a:extLst>
            </p:cNvPr>
            <p:cNvSpPr txBox="1"/>
            <p:nvPr/>
          </p:nvSpPr>
          <p:spPr>
            <a:xfrm>
              <a:off x="6148926" y="126607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4D1C7E15-6629-7208-B011-8441889ED3CB}"/>
                </a:ext>
              </a:extLst>
            </p:cNvPr>
            <p:cNvSpPr txBox="1"/>
            <p:nvPr/>
          </p:nvSpPr>
          <p:spPr>
            <a:xfrm>
              <a:off x="6484592" y="176193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E9A2D253-6148-A87C-9A32-4C79DA6C0DD4}"/>
              </a:ext>
            </a:extLst>
          </p:cNvPr>
          <p:cNvGrpSpPr/>
          <p:nvPr/>
        </p:nvGrpSpPr>
        <p:grpSpPr>
          <a:xfrm>
            <a:off x="1939376" y="2339948"/>
            <a:ext cx="831401" cy="1099749"/>
            <a:chOff x="5994923" y="2122915"/>
            <a:chExt cx="831401" cy="1099749"/>
          </a:xfrm>
        </p:grpSpPr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62614B90-D8AA-254C-9962-00B8BFEE5550}"/>
                </a:ext>
              </a:extLst>
            </p:cNvPr>
            <p:cNvSpPr/>
            <p:nvPr/>
          </p:nvSpPr>
          <p:spPr>
            <a:xfrm rot="5400000">
              <a:off x="5911287" y="2307628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1615F87F-8E25-7718-FC66-2167D1CE494A}"/>
                </a:ext>
              </a:extLst>
            </p:cNvPr>
            <p:cNvSpPr txBox="1"/>
            <p:nvPr/>
          </p:nvSpPr>
          <p:spPr>
            <a:xfrm>
              <a:off x="5994923" y="25005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1B0ED8F1-8022-DB38-7356-AD54C550B0DC}"/>
                </a:ext>
              </a:extLst>
            </p:cNvPr>
            <p:cNvSpPr txBox="1"/>
            <p:nvPr/>
          </p:nvSpPr>
          <p:spPr>
            <a:xfrm>
              <a:off x="6262009" y="29887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8B1323FE-554B-E7B6-C18A-DEBF9412A7BD}"/>
              </a:ext>
            </a:extLst>
          </p:cNvPr>
          <p:cNvGrpSpPr/>
          <p:nvPr/>
        </p:nvGrpSpPr>
        <p:grpSpPr>
          <a:xfrm>
            <a:off x="2789355" y="2339949"/>
            <a:ext cx="831401" cy="1099749"/>
            <a:chOff x="6844902" y="2122916"/>
            <a:chExt cx="831401" cy="1099749"/>
          </a:xfrm>
        </p:grpSpPr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3B45CA6F-EB67-DFFE-266F-DC4A3B9FC54F}"/>
                </a:ext>
              </a:extLst>
            </p:cNvPr>
            <p:cNvSpPr/>
            <p:nvPr/>
          </p:nvSpPr>
          <p:spPr>
            <a:xfrm rot="5400000">
              <a:off x="6761266" y="2307629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15AD2CE0-6EEF-3D2C-A2E3-9BE12DB68C1A}"/>
                </a:ext>
              </a:extLst>
            </p:cNvPr>
            <p:cNvSpPr txBox="1"/>
            <p:nvPr/>
          </p:nvSpPr>
          <p:spPr>
            <a:xfrm>
              <a:off x="6844902" y="250052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BA1674DD-6E80-EC09-27F6-69D7604E6D76}"/>
                </a:ext>
              </a:extLst>
            </p:cNvPr>
            <p:cNvSpPr txBox="1"/>
            <p:nvPr/>
          </p:nvSpPr>
          <p:spPr>
            <a:xfrm>
              <a:off x="7111988" y="298872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9E85DD3E-BAE5-AC39-6491-B2B128F88148}"/>
              </a:ext>
            </a:extLst>
          </p:cNvPr>
          <p:cNvGrpSpPr/>
          <p:nvPr/>
        </p:nvGrpSpPr>
        <p:grpSpPr>
          <a:xfrm>
            <a:off x="321789" y="3646034"/>
            <a:ext cx="435679" cy="1287779"/>
            <a:chOff x="4377336" y="3429001"/>
            <a:chExt cx="435679" cy="1287779"/>
          </a:xfrm>
        </p:grpSpPr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B6FC14F8-08DC-D7E3-6D57-FB2D8AB43F27}"/>
                </a:ext>
              </a:extLst>
            </p:cNvPr>
            <p:cNvSpPr/>
            <p:nvPr/>
          </p:nvSpPr>
          <p:spPr>
            <a:xfrm rot="5400000">
              <a:off x="3986391" y="3921022"/>
              <a:ext cx="1287779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B08D379F-5CB0-25E2-0B2F-333422BAC0CC}"/>
                </a:ext>
              </a:extLst>
            </p:cNvPr>
            <p:cNvSpPr txBox="1"/>
            <p:nvPr/>
          </p:nvSpPr>
          <p:spPr>
            <a:xfrm>
              <a:off x="4377336" y="39699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61A1AA05-E9AD-EC4E-6A64-2070C55ACB83}"/>
                </a:ext>
              </a:extLst>
            </p:cNvPr>
            <p:cNvSpPr txBox="1"/>
            <p:nvPr/>
          </p:nvSpPr>
          <p:spPr>
            <a:xfrm>
              <a:off x="4408202" y="44661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F2CFD16C-1D1A-8046-595A-BF4B4652B958}"/>
              </a:ext>
            </a:extLst>
          </p:cNvPr>
          <p:cNvGrpSpPr/>
          <p:nvPr/>
        </p:nvGrpSpPr>
        <p:grpSpPr>
          <a:xfrm>
            <a:off x="763749" y="3646034"/>
            <a:ext cx="435679" cy="1152535"/>
            <a:chOff x="4819296" y="3429001"/>
            <a:chExt cx="435679" cy="115253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FC01AB5D-99E1-4964-ED09-E8C090B35A66}"/>
                </a:ext>
              </a:extLst>
            </p:cNvPr>
            <p:cNvSpPr/>
            <p:nvPr/>
          </p:nvSpPr>
          <p:spPr>
            <a:xfrm rot="5400000">
              <a:off x="4467097" y="3882274"/>
              <a:ext cx="1152535" cy="24598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758064A7-8930-AB2E-2C1C-CA4C94AFB74A}"/>
                </a:ext>
              </a:extLst>
            </p:cNvPr>
            <p:cNvSpPr txBox="1"/>
            <p:nvPr/>
          </p:nvSpPr>
          <p:spPr>
            <a:xfrm>
              <a:off x="4819296" y="39699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10A7DDBD-C1C4-F8CF-56C0-5C3393E53C23}"/>
                </a:ext>
              </a:extLst>
            </p:cNvPr>
            <p:cNvSpPr txBox="1"/>
            <p:nvPr/>
          </p:nvSpPr>
          <p:spPr>
            <a:xfrm>
              <a:off x="4850162" y="435070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</a:t>
              </a:r>
              <a:endParaRPr lang="ko-KR" altLang="en-US" sz="900" b="1" dirty="0"/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A8530028-D9D0-53E7-CAA1-6AFE0B301BF9}"/>
              </a:ext>
            </a:extLst>
          </p:cNvPr>
          <p:cNvGrpSpPr/>
          <p:nvPr/>
        </p:nvGrpSpPr>
        <p:grpSpPr>
          <a:xfrm>
            <a:off x="1248071" y="3646034"/>
            <a:ext cx="435679" cy="1981201"/>
            <a:chOff x="5303618" y="3429001"/>
            <a:chExt cx="435679" cy="1981201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DEE107CC-6CBB-E972-FDE2-7DD60C536F5E}"/>
                </a:ext>
              </a:extLst>
            </p:cNvPr>
            <p:cNvSpPr/>
            <p:nvPr/>
          </p:nvSpPr>
          <p:spPr>
            <a:xfrm rot="5400000">
              <a:off x="4565960" y="4267733"/>
              <a:ext cx="1981201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5AEBADC3-E1CD-2E60-2305-40CA5F45C658}"/>
                </a:ext>
              </a:extLst>
            </p:cNvPr>
            <p:cNvSpPr txBox="1"/>
            <p:nvPr/>
          </p:nvSpPr>
          <p:spPr>
            <a:xfrm>
              <a:off x="5303618" y="43136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164</a:t>
              </a:r>
              <a:endParaRPr lang="ko-KR" altLang="en-US" sz="900" b="1" dirty="0"/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4BD7FEF-5A14-AA94-F034-BF77BAC11BCE}"/>
                </a:ext>
              </a:extLst>
            </p:cNvPr>
            <p:cNvSpPr txBox="1"/>
            <p:nvPr/>
          </p:nvSpPr>
          <p:spPr>
            <a:xfrm>
              <a:off x="5334484" y="51664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0927866E-6F3C-1719-CDAB-17E2CFA538E5}"/>
              </a:ext>
            </a:extLst>
          </p:cNvPr>
          <p:cNvGrpSpPr/>
          <p:nvPr/>
        </p:nvGrpSpPr>
        <p:grpSpPr>
          <a:xfrm>
            <a:off x="1703766" y="3646034"/>
            <a:ext cx="435679" cy="1525322"/>
            <a:chOff x="5759313" y="3429001"/>
            <a:chExt cx="435679" cy="1525322"/>
          </a:xfrm>
        </p:grpSpPr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BA1EF10F-CF82-AB7E-1CD0-5FC61E5545BE}"/>
                </a:ext>
              </a:extLst>
            </p:cNvPr>
            <p:cNvSpPr/>
            <p:nvPr/>
          </p:nvSpPr>
          <p:spPr>
            <a:xfrm rot="5400000">
              <a:off x="5249596" y="4039793"/>
              <a:ext cx="1525322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8BC0EF61-84CB-C0F4-031C-E84B572AA2FA}"/>
                </a:ext>
              </a:extLst>
            </p:cNvPr>
            <p:cNvSpPr txBox="1"/>
            <p:nvPr/>
          </p:nvSpPr>
          <p:spPr>
            <a:xfrm>
              <a:off x="5759313" y="407775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110</a:t>
              </a:r>
              <a:endParaRPr lang="ko-KR" altLang="en-US" sz="9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44FF8166-9858-956F-D2FB-5D9411B582D0}"/>
                </a:ext>
              </a:extLst>
            </p:cNvPr>
            <p:cNvSpPr txBox="1"/>
            <p:nvPr/>
          </p:nvSpPr>
          <p:spPr>
            <a:xfrm>
              <a:off x="5790179" y="472348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0932947E-9A73-9D9D-08EC-EE0BB7F66C59}"/>
              </a:ext>
            </a:extLst>
          </p:cNvPr>
          <p:cNvGrpSpPr/>
          <p:nvPr/>
        </p:nvGrpSpPr>
        <p:grpSpPr>
          <a:xfrm>
            <a:off x="2176206" y="3646034"/>
            <a:ext cx="435679" cy="1614199"/>
            <a:chOff x="6231753" y="3429001"/>
            <a:chExt cx="435679" cy="1614199"/>
          </a:xfrm>
        </p:grpSpPr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BD1C1506-C127-4B71-B749-B2A9BF4DC3E6}"/>
                </a:ext>
              </a:extLst>
            </p:cNvPr>
            <p:cNvSpPr/>
            <p:nvPr/>
          </p:nvSpPr>
          <p:spPr>
            <a:xfrm rot="5400000">
              <a:off x="5684597" y="4077232"/>
              <a:ext cx="1600199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C0D58580-C711-2F8E-3502-B45B772E0775}"/>
                </a:ext>
              </a:extLst>
            </p:cNvPr>
            <p:cNvSpPr txBox="1"/>
            <p:nvPr/>
          </p:nvSpPr>
          <p:spPr>
            <a:xfrm>
              <a:off x="6231753" y="407775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116</a:t>
              </a:r>
              <a:endParaRPr lang="ko-KR" altLang="en-US" sz="900" b="1" dirty="0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629EE898-701D-7496-ED7A-ACF4084D16A7}"/>
                </a:ext>
              </a:extLst>
            </p:cNvPr>
            <p:cNvSpPr txBox="1"/>
            <p:nvPr/>
          </p:nvSpPr>
          <p:spPr>
            <a:xfrm>
              <a:off x="6262619" y="481236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BEB3C767-D8DB-A494-6C24-8D7EAE322134}"/>
              </a:ext>
            </a:extLst>
          </p:cNvPr>
          <p:cNvGrpSpPr/>
          <p:nvPr/>
        </p:nvGrpSpPr>
        <p:grpSpPr>
          <a:xfrm>
            <a:off x="3864107" y="1105499"/>
            <a:ext cx="723452" cy="1104293"/>
            <a:chOff x="7919654" y="888466"/>
            <a:chExt cx="723452" cy="1104293"/>
          </a:xfrm>
        </p:grpSpPr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F70F4E5D-DB5C-42C3-0F95-E51227F67EC5}"/>
                </a:ext>
              </a:extLst>
            </p:cNvPr>
            <p:cNvSpPr/>
            <p:nvPr/>
          </p:nvSpPr>
          <p:spPr>
            <a:xfrm rot="5400000">
              <a:off x="7782043" y="1127153"/>
              <a:ext cx="1099749" cy="62237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59E88814-D027-56C6-CDD5-FD30FC4D1C1A}"/>
                </a:ext>
              </a:extLst>
            </p:cNvPr>
            <p:cNvSpPr txBox="1"/>
            <p:nvPr/>
          </p:nvSpPr>
          <p:spPr>
            <a:xfrm>
              <a:off x="7919654" y="12660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7A3B6ECD-6693-8AFE-9422-5944EE2592F5}"/>
                </a:ext>
              </a:extLst>
            </p:cNvPr>
            <p:cNvSpPr txBox="1"/>
            <p:nvPr/>
          </p:nvSpPr>
          <p:spPr>
            <a:xfrm>
              <a:off x="8118160" y="176192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28</a:t>
              </a:r>
              <a:endParaRPr lang="ko-KR" altLang="en-US" sz="900" b="1" dirty="0"/>
            </a:p>
          </p:txBody>
        </p: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2ED25602-8B6A-C937-FF95-19307F6998DB}"/>
              </a:ext>
            </a:extLst>
          </p:cNvPr>
          <p:cNvGrpSpPr/>
          <p:nvPr/>
        </p:nvGrpSpPr>
        <p:grpSpPr>
          <a:xfrm>
            <a:off x="3864107" y="2339943"/>
            <a:ext cx="1010986" cy="821324"/>
            <a:chOff x="7919654" y="2122910"/>
            <a:chExt cx="1010986" cy="821324"/>
          </a:xfrm>
        </p:grpSpPr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43D4A676-552A-C75D-C1E8-D9915849880F}"/>
                </a:ext>
              </a:extLst>
            </p:cNvPr>
            <p:cNvSpPr/>
            <p:nvPr/>
          </p:nvSpPr>
          <p:spPr>
            <a:xfrm rot="5400000">
              <a:off x="8081718" y="2061922"/>
              <a:ext cx="787934" cy="90991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305D20C8-6D12-48AA-CFDA-D4D6F8A75C56}"/>
                </a:ext>
              </a:extLst>
            </p:cNvPr>
            <p:cNvSpPr txBox="1"/>
            <p:nvPr/>
          </p:nvSpPr>
          <p:spPr>
            <a:xfrm>
              <a:off x="7919654" y="24467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39</a:t>
              </a:r>
              <a:endParaRPr lang="ko-KR" altLang="en-US" sz="900" b="1" dirty="0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341073B7-E365-4074-EDA7-13D2CA0E0AAC}"/>
                </a:ext>
              </a:extLst>
            </p:cNvPr>
            <p:cNvSpPr txBox="1"/>
            <p:nvPr/>
          </p:nvSpPr>
          <p:spPr>
            <a:xfrm>
              <a:off x="8289175" y="27134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8E5B181D-C0D4-7681-8D75-01B6C1BA93B5}"/>
              </a:ext>
            </a:extLst>
          </p:cNvPr>
          <p:cNvGrpSpPr/>
          <p:nvPr/>
        </p:nvGrpSpPr>
        <p:grpSpPr>
          <a:xfrm>
            <a:off x="4901950" y="2339943"/>
            <a:ext cx="1010986" cy="821324"/>
            <a:chOff x="8957497" y="2122910"/>
            <a:chExt cx="1010986" cy="821324"/>
          </a:xfrm>
        </p:grpSpPr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CC14035F-F844-70A0-5C11-26187582AD2D}"/>
                </a:ext>
              </a:extLst>
            </p:cNvPr>
            <p:cNvSpPr/>
            <p:nvPr/>
          </p:nvSpPr>
          <p:spPr>
            <a:xfrm rot="5400000">
              <a:off x="9119561" y="2061922"/>
              <a:ext cx="787934" cy="90991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6BD4E488-EEDD-CC45-F688-CE0288772CF5}"/>
                </a:ext>
              </a:extLst>
            </p:cNvPr>
            <p:cNvSpPr txBox="1"/>
            <p:nvPr/>
          </p:nvSpPr>
          <p:spPr>
            <a:xfrm>
              <a:off x="8957497" y="24467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39</a:t>
              </a:r>
              <a:endParaRPr lang="ko-KR" altLang="en-US" sz="900" b="1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ACDAF955-2B0C-E965-C7A4-B2FBA631A4FD}"/>
                </a:ext>
              </a:extLst>
            </p:cNvPr>
            <p:cNvSpPr txBox="1"/>
            <p:nvPr/>
          </p:nvSpPr>
          <p:spPr>
            <a:xfrm>
              <a:off x="9327018" y="27134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C99F8D41-8332-A486-290B-C55CCDE7DA7F}"/>
              </a:ext>
            </a:extLst>
          </p:cNvPr>
          <p:cNvGrpSpPr/>
          <p:nvPr/>
        </p:nvGrpSpPr>
        <p:grpSpPr>
          <a:xfrm>
            <a:off x="3850390" y="3297284"/>
            <a:ext cx="879923" cy="1616701"/>
            <a:chOff x="7905937" y="3080251"/>
            <a:chExt cx="879923" cy="1616701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0524B6A2-FEDD-0585-1F5D-7193304C584B}"/>
                </a:ext>
              </a:extLst>
            </p:cNvPr>
            <p:cNvSpPr/>
            <p:nvPr/>
          </p:nvSpPr>
          <p:spPr>
            <a:xfrm rot="5400000">
              <a:off x="7601031" y="3486233"/>
              <a:ext cx="1590812" cy="77884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74435C42-4CDE-EE28-3441-B70211F73E9C}"/>
                </a:ext>
              </a:extLst>
            </p:cNvPr>
            <p:cNvSpPr txBox="1"/>
            <p:nvPr/>
          </p:nvSpPr>
          <p:spPr>
            <a:xfrm>
              <a:off x="7905937" y="375439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E4A7A53E-47DC-8152-ACF6-DBACF6247718}"/>
                </a:ext>
              </a:extLst>
            </p:cNvPr>
            <p:cNvSpPr txBox="1"/>
            <p:nvPr/>
          </p:nvSpPr>
          <p:spPr>
            <a:xfrm>
              <a:off x="8201864" y="44661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04450C91-53AD-2A54-CE7F-4DAD06F8C0CB}"/>
              </a:ext>
            </a:extLst>
          </p:cNvPr>
          <p:cNvGrpSpPr/>
          <p:nvPr/>
        </p:nvGrpSpPr>
        <p:grpSpPr>
          <a:xfrm>
            <a:off x="4719070" y="3297285"/>
            <a:ext cx="879923" cy="1616701"/>
            <a:chOff x="8774617" y="3080252"/>
            <a:chExt cx="879923" cy="1616701"/>
          </a:xfrm>
        </p:grpSpPr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BE68EB08-1C45-A702-04B1-01281E21B3EC}"/>
                </a:ext>
              </a:extLst>
            </p:cNvPr>
            <p:cNvSpPr/>
            <p:nvPr/>
          </p:nvSpPr>
          <p:spPr>
            <a:xfrm rot="5400000">
              <a:off x="8469711" y="3486234"/>
              <a:ext cx="1590812" cy="77884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44B1DC42-0C92-BB27-DD66-955B8192A31B}"/>
                </a:ext>
              </a:extLst>
            </p:cNvPr>
            <p:cNvSpPr txBox="1"/>
            <p:nvPr/>
          </p:nvSpPr>
          <p:spPr>
            <a:xfrm>
              <a:off x="8774617" y="375439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9CB8B123-8A55-6272-AE63-8AA42861CE79}"/>
                </a:ext>
              </a:extLst>
            </p:cNvPr>
            <p:cNvSpPr txBox="1"/>
            <p:nvPr/>
          </p:nvSpPr>
          <p:spPr>
            <a:xfrm>
              <a:off x="9070544" y="446612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02E268B-52B1-FCC6-A80D-02AB5FBCB0A5}"/>
              </a:ext>
            </a:extLst>
          </p:cNvPr>
          <p:cNvGrpSpPr/>
          <p:nvPr/>
        </p:nvGrpSpPr>
        <p:grpSpPr>
          <a:xfrm>
            <a:off x="5580130" y="3297286"/>
            <a:ext cx="411883" cy="1616701"/>
            <a:chOff x="9635677" y="3080253"/>
            <a:chExt cx="411883" cy="1616701"/>
          </a:xfrm>
        </p:grpSpPr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BDB54AF2-5763-914B-D9D3-865153F6AC33}"/>
                </a:ext>
              </a:extLst>
            </p:cNvPr>
            <p:cNvSpPr/>
            <p:nvPr/>
          </p:nvSpPr>
          <p:spPr>
            <a:xfrm rot="5400000">
              <a:off x="9093216" y="3723790"/>
              <a:ext cx="1590812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D4141009-3EE6-4BE0-3249-77652E13C655}"/>
                </a:ext>
              </a:extLst>
            </p:cNvPr>
            <p:cNvSpPr txBox="1"/>
            <p:nvPr/>
          </p:nvSpPr>
          <p:spPr>
            <a:xfrm>
              <a:off x="9635677" y="375439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52C101B9-09DD-647D-EB26-7305703D795D}"/>
                </a:ext>
              </a:extLst>
            </p:cNvPr>
            <p:cNvSpPr txBox="1"/>
            <p:nvPr/>
          </p:nvSpPr>
          <p:spPr>
            <a:xfrm>
              <a:off x="9642747" y="44661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</a:t>
              </a:r>
              <a:endParaRPr lang="ko-KR" altLang="en-US" sz="900" b="1" dirty="0"/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1E02D07E-2D78-9C1A-C719-E2975A7479F0}"/>
              </a:ext>
            </a:extLst>
          </p:cNvPr>
          <p:cNvGrpSpPr/>
          <p:nvPr/>
        </p:nvGrpSpPr>
        <p:grpSpPr>
          <a:xfrm>
            <a:off x="3864107" y="5059937"/>
            <a:ext cx="1788226" cy="775604"/>
            <a:chOff x="7919654" y="4842904"/>
            <a:chExt cx="1788226" cy="775604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CCB1FAEA-51EC-420D-5086-190B984BCD08}"/>
                </a:ext>
              </a:extLst>
            </p:cNvPr>
            <p:cNvSpPr/>
            <p:nvPr/>
          </p:nvSpPr>
          <p:spPr>
            <a:xfrm rot="5400000">
              <a:off x="8489217" y="4374417"/>
              <a:ext cx="750176" cy="168715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C98459D6-C0BC-FE3A-7E0A-CE31074079F2}"/>
                </a:ext>
              </a:extLst>
            </p:cNvPr>
            <p:cNvSpPr txBox="1"/>
            <p:nvPr/>
          </p:nvSpPr>
          <p:spPr>
            <a:xfrm>
              <a:off x="7919654" y="50908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1F96446A-E70A-7EBE-5986-0D1421D956EA}"/>
                </a:ext>
              </a:extLst>
            </p:cNvPr>
            <p:cNvSpPr txBox="1"/>
            <p:nvPr/>
          </p:nvSpPr>
          <p:spPr>
            <a:xfrm>
              <a:off x="8751175" y="538767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76</a:t>
              </a:r>
              <a:endParaRPr lang="ko-KR" altLang="en-US" sz="9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903119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FF00C-8BAE-D62C-901F-7A0B104D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4A78F934-09CC-ABB5-F58E-7253601F6A5A}"/>
              </a:ext>
            </a:extLst>
          </p:cNvPr>
          <p:cNvSpPr txBox="1"/>
          <p:nvPr/>
        </p:nvSpPr>
        <p:spPr>
          <a:xfrm>
            <a:off x="64108" y="128263"/>
            <a:ext cx="1597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주방 롤 </a:t>
            </a:r>
            <a:r>
              <a:rPr lang="ko-KR" altLang="en-US" sz="1200" b="1"/>
              <a:t>재단</a:t>
            </a:r>
            <a:r>
              <a:rPr lang="en-US" altLang="ko-KR" sz="1200" b="1" dirty="0"/>
              <a:t> </a:t>
            </a:r>
            <a:r>
              <a:rPr lang="ko-KR" altLang="en-US" sz="1200" b="1" dirty="0" err="1"/>
              <a:t>하부장</a:t>
            </a:r>
            <a:endParaRPr lang="ko-KR" altLang="en-US" sz="1200" b="1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1197F53F-6AA7-098C-3079-302504B54509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934450C-A97C-D8EC-31D7-5D1AEAC62C0D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CCB8B4-CC79-32D1-2ED8-7D1D044B38E4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A969AA4-A8A2-5AEC-2D19-F127801CD547}"/>
              </a:ext>
            </a:extLst>
          </p:cNvPr>
          <p:cNvGrpSpPr/>
          <p:nvPr/>
        </p:nvGrpSpPr>
        <p:grpSpPr>
          <a:xfrm>
            <a:off x="2096591" y="3711719"/>
            <a:ext cx="1072015" cy="1003306"/>
            <a:chOff x="201770" y="888464"/>
            <a:chExt cx="1072015" cy="1003306"/>
          </a:xfrm>
        </p:grpSpPr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09A6D2BC-AC92-1D76-112B-4CCEEE0075F2}"/>
                </a:ext>
              </a:extLst>
            </p:cNvPr>
            <p:cNvSpPr/>
            <p:nvPr/>
          </p:nvSpPr>
          <p:spPr>
            <a:xfrm rot="5400000">
              <a:off x="294285" y="897026"/>
              <a:ext cx="988061" cy="9709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F5A03EC-5E41-EFFA-70CC-05A2413A4AC5}"/>
                </a:ext>
              </a:extLst>
            </p:cNvPr>
            <p:cNvSpPr txBox="1"/>
            <p:nvPr/>
          </p:nvSpPr>
          <p:spPr>
            <a:xfrm>
              <a:off x="585908" y="166093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72</a:t>
              </a:r>
              <a:endParaRPr lang="ko-KR" altLang="en-US" sz="900" b="1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33455BF-485B-3887-717D-D1ABBD073979}"/>
                </a:ext>
              </a:extLst>
            </p:cNvPr>
            <p:cNvSpPr txBox="1"/>
            <p:nvPr/>
          </p:nvSpPr>
          <p:spPr>
            <a:xfrm>
              <a:off x="201770" y="12747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D2635950-C07A-C434-8F2E-05EF8508FC67}"/>
              </a:ext>
            </a:extLst>
          </p:cNvPr>
          <p:cNvGrpSpPr/>
          <p:nvPr/>
        </p:nvGrpSpPr>
        <p:grpSpPr>
          <a:xfrm>
            <a:off x="3746260" y="4745204"/>
            <a:ext cx="404813" cy="1027329"/>
            <a:chOff x="218472" y="2955425"/>
            <a:chExt cx="404813" cy="1027329"/>
          </a:xfrm>
        </p:grpSpPr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45D2E177-79A4-7FB4-FEEE-24A57FB38F7B}"/>
                </a:ext>
              </a:extLst>
            </p:cNvPr>
            <p:cNvSpPr/>
            <p:nvPr/>
          </p:nvSpPr>
          <p:spPr>
            <a:xfrm rot="5400000">
              <a:off x="-49653" y="3307925"/>
              <a:ext cx="988061" cy="283061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A380347-078E-A536-1726-EC85063B4382}"/>
                </a:ext>
              </a:extLst>
            </p:cNvPr>
            <p:cNvSpPr txBox="1"/>
            <p:nvPr/>
          </p:nvSpPr>
          <p:spPr>
            <a:xfrm>
              <a:off x="218472" y="37519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19</a:t>
              </a:r>
              <a:endParaRPr lang="ko-KR" altLang="en-US" sz="900" b="1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CEE56618-2408-AB2F-58EE-F09A3292F3DA}"/>
                </a:ext>
              </a:extLst>
            </p:cNvPr>
            <p:cNvSpPr txBox="1"/>
            <p:nvPr/>
          </p:nvSpPr>
          <p:spPr>
            <a:xfrm>
              <a:off x="218472" y="33720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2821133B-5C95-35A7-F431-9E60E0187245}"/>
              </a:ext>
            </a:extLst>
          </p:cNvPr>
          <p:cNvGrpSpPr/>
          <p:nvPr/>
        </p:nvGrpSpPr>
        <p:grpSpPr>
          <a:xfrm>
            <a:off x="2118114" y="6723583"/>
            <a:ext cx="882348" cy="379881"/>
            <a:chOff x="764815" y="2153697"/>
            <a:chExt cx="882348" cy="379881"/>
          </a:xfrm>
        </p:grpSpPr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A273F29E-D69D-FFB5-AABF-19E181039BC7}"/>
                </a:ext>
              </a:extLst>
            </p:cNvPr>
            <p:cNvSpPr/>
            <p:nvPr/>
          </p:nvSpPr>
          <p:spPr>
            <a:xfrm rot="5400000">
              <a:off x="1077869" y="1925016"/>
              <a:ext cx="340613" cy="797975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88B97D1-9AF7-0B35-09BB-670F004CE83A}"/>
                </a:ext>
              </a:extLst>
            </p:cNvPr>
            <p:cNvSpPr txBox="1"/>
            <p:nvPr/>
          </p:nvSpPr>
          <p:spPr>
            <a:xfrm>
              <a:off x="1045769" y="23027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64</a:t>
              </a:r>
              <a:endParaRPr lang="ko-KR" altLang="en-US" sz="900" b="1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35790C04-409D-71FA-077E-F1643FA1E082}"/>
                </a:ext>
              </a:extLst>
            </p:cNvPr>
            <p:cNvSpPr txBox="1"/>
            <p:nvPr/>
          </p:nvSpPr>
          <p:spPr>
            <a:xfrm>
              <a:off x="764815" y="22085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24</a:t>
              </a:r>
              <a:endParaRPr lang="ko-KR" altLang="en-US" sz="900" b="1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40B865-20B2-2025-531B-12F0451B3DF3}"/>
              </a:ext>
            </a:extLst>
          </p:cNvPr>
          <p:cNvGrpSpPr/>
          <p:nvPr/>
        </p:nvGrpSpPr>
        <p:grpSpPr>
          <a:xfrm>
            <a:off x="2756055" y="5742037"/>
            <a:ext cx="787887" cy="1027329"/>
            <a:chOff x="859275" y="2955425"/>
            <a:chExt cx="787887" cy="1027329"/>
          </a:xfrm>
        </p:grpSpPr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A496EFD8-05DE-4B11-3C2D-4138948CF2D7}"/>
                </a:ext>
              </a:extLst>
            </p:cNvPr>
            <p:cNvSpPr/>
            <p:nvPr/>
          </p:nvSpPr>
          <p:spPr>
            <a:xfrm rot="5400000">
              <a:off x="801375" y="3097699"/>
              <a:ext cx="988061" cy="70351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75A51611-96A9-DFA8-2C70-076295DA718B}"/>
                </a:ext>
              </a:extLst>
            </p:cNvPr>
            <p:cNvSpPr txBox="1"/>
            <p:nvPr/>
          </p:nvSpPr>
          <p:spPr>
            <a:xfrm>
              <a:off x="1071824" y="37519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45</a:t>
              </a:r>
              <a:endParaRPr lang="ko-KR" altLang="en-US" sz="900" b="1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338AAE69-3DF2-22D9-26AC-41AF3F4E3AF0}"/>
                </a:ext>
              </a:extLst>
            </p:cNvPr>
            <p:cNvSpPr txBox="1"/>
            <p:nvPr/>
          </p:nvSpPr>
          <p:spPr>
            <a:xfrm>
              <a:off x="859275" y="33720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DEA8BF34-CBAD-9D02-B588-F6D190DF0C75}"/>
              </a:ext>
            </a:extLst>
          </p:cNvPr>
          <p:cNvGrpSpPr/>
          <p:nvPr/>
        </p:nvGrpSpPr>
        <p:grpSpPr>
          <a:xfrm>
            <a:off x="3823508" y="5730786"/>
            <a:ext cx="474136" cy="1003305"/>
            <a:chOff x="1375432" y="888466"/>
            <a:chExt cx="474136" cy="1003305"/>
          </a:xfrm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7E170677-82D9-88BC-31F5-BB04ACAB78AB}"/>
                </a:ext>
              </a:extLst>
            </p:cNvPr>
            <p:cNvSpPr/>
            <p:nvPr/>
          </p:nvSpPr>
          <p:spPr>
            <a:xfrm rot="5400000">
              <a:off x="1134346" y="1230629"/>
              <a:ext cx="988061" cy="30373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8EFF852-9800-692F-79CA-6F805A9318EC}"/>
                </a:ext>
              </a:extLst>
            </p:cNvPr>
            <p:cNvSpPr txBox="1"/>
            <p:nvPr/>
          </p:nvSpPr>
          <p:spPr>
            <a:xfrm>
              <a:off x="1444755" y="166093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</a:t>
              </a:r>
              <a:endParaRPr lang="ko-KR" altLang="en-US" sz="900" b="1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D41D326-DFDF-729B-F4E1-1EAE2321AC60}"/>
                </a:ext>
              </a:extLst>
            </p:cNvPr>
            <p:cNvSpPr txBox="1"/>
            <p:nvPr/>
          </p:nvSpPr>
          <p:spPr>
            <a:xfrm>
              <a:off x="1375432" y="12747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80A7990-3195-74C8-D8C9-CF501A683C50}"/>
              </a:ext>
            </a:extLst>
          </p:cNvPr>
          <p:cNvGrpSpPr/>
          <p:nvPr/>
        </p:nvGrpSpPr>
        <p:grpSpPr>
          <a:xfrm>
            <a:off x="3705205" y="3711722"/>
            <a:ext cx="474136" cy="1003305"/>
            <a:chOff x="2211391" y="888467"/>
            <a:chExt cx="474136" cy="1003305"/>
          </a:xfrm>
        </p:grpSpPr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6E63C559-AA36-4455-5C21-F6BD4CBD4FF9}"/>
                </a:ext>
              </a:extLst>
            </p:cNvPr>
            <p:cNvSpPr/>
            <p:nvPr/>
          </p:nvSpPr>
          <p:spPr>
            <a:xfrm rot="5400000">
              <a:off x="1970305" y="1230630"/>
              <a:ext cx="988061" cy="30373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143DC4B-6042-AE8B-A46D-E08A0D576A39}"/>
                </a:ext>
              </a:extLst>
            </p:cNvPr>
            <p:cNvSpPr txBox="1"/>
            <p:nvPr/>
          </p:nvSpPr>
          <p:spPr>
            <a:xfrm>
              <a:off x="2280714" y="166094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7D3717F-9286-65DE-5B11-E9FC5EF93254}"/>
                </a:ext>
              </a:extLst>
            </p:cNvPr>
            <p:cNvSpPr txBox="1"/>
            <p:nvPr/>
          </p:nvSpPr>
          <p:spPr>
            <a:xfrm>
              <a:off x="2211391" y="127470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201A863F-0D98-5FE1-0F6B-01822489D9D2}"/>
              </a:ext>
            </a:extLst>
          </p:cNvPr>
          <p:cNvGrpSpPr/>
          <p:nvPr/>
        </p:nvGrpSpPr>
        <p:grpSpPr>
          <a:xfrm>
            <a:off x="2118106" y="5737146"/>
            <a:ext cx="718306" cy="1027329"/>
            <a:chOff x="2228093" y="2047177"/>
            <a:chExt cx="718306" cy="1027329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703D6054-B52A-61C2-3DA8-C691822BA951}"/>
                </a:ext>
              </a:extLst>
            </p:cNvPr>
            <p:cNvSpPr/>
            <p:nvPr/>
          </p:nvSpPr>
          <p:spPr>
            <a:xfrm rot="5400000">
              <a:off x="2135402" y="2224241"/>
              <a:ext cx="988061" cy="63393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6DA849E-6960-A55F-BE5F-D4E0EF3047AD}"/>
                </a:ext>
              </a:extLst>
            </p:cNvPr>
            <p:cNvSpPr txBox="1"/>
            <p:nvPr/>
          </p:nvSpPr>
          <p:spPr>
            <a:xfrm>
              <a:off x="2440642" y="28436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6CA0202-FC59-0222-FFAD-54A3C72B54C5}"/>
                </a:ext>
              </a:extLst>
            </p:cNvPr>
            <p:cNvSpPr txBox="1"/>
            <p:nvPr/>
          </p:nvSpPr>
          <p:spPr>
            <a:xfrm>
              <a:off x="2228093" y="246379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B95DC13-F3A8-BD74-E7AD-A92000C71099}"/>
              </a:ext>
            </a:extLst>
          </p:cNvPr>
          <p:cNvGrpSpPr/>
          <p:nvPr/>
        </p:nvGrpSpPr>
        <p:grpSpPr>
          <a:xfrm>
            <a:off x="3087843" y="3715651"/>
            <a:ext cx="718306" cy="1027329"/>
            <a:chOff x="2946399" y="2047177"/>
            <a:chExt cx="718306" cy="1027329"/>
          </a:xfrm>
        </p:grpSpPr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D6596612-F6FA-B16E-8857-E2BCA037D850}"/>
                </a:ext>
              </a:extLst>
            </p:cNvPr>
            <p:cNvSpPr/>
            <p:nvPr/>
          </p:nvSpPr>
          <p:spPr>
            <a:xfrm rot="5400000">
              <a:off x="2853708" y="2224241"/>
              <a:ext cx="988061" cy="63393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559C60D-DFBC-1F75-0783-D15E9EF361DF}"/>
                </a:ext>
              </a:extLst>
            </p:cNvPr>
            <p:cNvSpPr txBox="1"/>
            <p:nvPr/>
          </p:nvSpPr>
          <p:spPr>
            <a:xfrm>
              <a:off x="3158948" y="28436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29DBE3-01F6-4E5C-40DD-1FE9B6454F96}"/>
                </a:ext>
              </a:extLst>
            </p:cNvPr>
            <p:cNvSpPr txBox="1"/>
            <p:nvPr/>
          </p:nvSpPr>
          <p:spPr>
            <a:xfrm>
              <a:off x="2946399" y="246379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BEBD5BD-4D0B-3A08-D0B9-C0376A1268AC}"/>
              </a:ext>
            </a:extLst>
          </p:cNvPr>
          <p:cNvGrpSpPr/>
          <p:nvPr/>
        </p:nvGrpSpPr>
        <p:grpSpPr>
          <a:xfrm>
            <a:off x="2929635" y="4745204"/>
            <a:ext cx="895350" cy="1027329"/>
            <a:chOff x="2228093" y="3136047"/>
            <a:chExt cx="895350" cy="1027329"/>
          </a:xfrm>
        </p:grpSpPr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D79E0591-550D-C7DD-9644-04B99D98DFD3}"/>
                </a:ext>
              </a:extLst>
            </p:cNvPr>
            <p:cNvSpPr/>
            <p:nvPr/>
          </p:nvSpPr>
          <p:spPr>
            <a:xfrm rot="5400000">
              <a:off x="2223923" y="3224589"/>
              <a:ext cx="988061" cy="81097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2AE68FA-73CB-7B5E-1540-37B578ECF157}"/>
                </a:ext>
              </a:extLst>
            </p:cNvPr>
            <p:cNvSpPr txBox="1"/>
            <p:nvPr/>
          </p:nvSpPr>
          <p:spPr>
            <a:xfrm>
              <a:off x="2440642" y="3932544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3D872DB-3E1C-237D-D348-B97F5C6E3440}"/>
                </a:ext>
              </a:extLst>
            </p:cNvPr>
            <p:cNvSpPr txBox="1"/>
            <p:nvPr/>
          </p:nvSpPr>
          <p:spPr>
            <a:xfrm>
              <a:off x="2228093" y="3552663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549F579-9615-FFFC-2089-EB3533119072}"/>
              </a:ext>
            </a:extLst>
          </p:cNvPr>
          <p:cNvGrpSpPr/>
          <p:nvPr/>
        </p:nvGrpSpPr>
        <p:grpSpPr>
          <a:xfrm>
            <a:off x="2117521" y="4745204"/>
            <a:ext cx="895350" cy="1027329"/>
            <a:chOff x="3202220" y="3136048"/>
            <a:chExt cx="895350" cy="1027329"/>
          </a:xfrm>
        </p:grpSpPr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063E609F-0956-7E9D-B8AE-65404B6E5821}"/>
                </a:ext>
              </a:extLst>
            </p:cNvPr>
            <p:cNvSpPr/>
            <p:nvPr/>
          </p:nvSpPr>
          <p:spPr>
            <a:xfrm rot="5400000">
              <a:off x="3198050" y="3224590"/>
              <a:ext cx="988061" cy="81097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F4534F8-A9EC-F144-7782-85224EDD86D2}"/>
                </a:ext>
              </a:extLst>
            </p:cNvPr>
            <p:cNvSpPr txBox="1"/>
            <p:nvPr/>
          </p:nvSpPr>
          <p:spPr>
            <a:xfrm>
              <a:off x="3414769" y="3932545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EC05266-636A-4164-FB7E-B8D485CC34A7}"/>
                </a:ext>
              </a:extLst>
            </p:cNvPr>
            <p:cNvSpPr txBox="1"/>
            <p:nvPr/>
          </p:nvSpPr>
          <p:spPr>
            <a:xfrm>
              <a:off x="3202220" y="3552664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0C73335-6557-7AA5-24F6-3FFCF4411140}"/>
              </a:ext>
            </a:extLst>
          </p:cNvPr>
          <p:cNvGrpSpPr/>
          <p:nvPr/>
        </p:nvGrpSpPr>
        <p:grpSpPr>
          <a:xfrm>
            <a:off x="2114730" y="1743800"/>
            <a:ext cx="974126" cy="1027328"/>
            <a:chOff x="2228093" y="4265956"/>
            <a:chExt cx="974126" cy="1027328"/>
          </a:xfrm>
        </p:grpSpPr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A0150CF7-D464-0550-E396-5A8B39A92E58}"/>
                </a:ext>
              </a:extLst>
            </p:cNvPr>
            <p:cNvSpPr/>
            <p:nvPr/>
          </p:nvSpPr>
          <p:spPr>
            <a:xfrm rot="5400000">
              <a:off x="2263311" y="4315109"/>
              <a:ext cx="988061" cy="889755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824851D5-7709-445B-700F-FA3C17FB8AE3}"/>
                </a:ext>
              </a:extLst>
            </p:cNvPr>
            <p:cNvSpPr txBox="1"/>
            <p:nvPr/>
          </p:nvSpPr>
          <p:spPr>
            <a:xfrm>
              <a:off x="2512903" y="5062452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54</a:t>
              </a:r>
              <a:endParaRPr lang="ko-KR" altLang="en-US" sz="900" b="1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5FB39AA-C281-DF8B-ED65-C6411901BDBD}"/>
                </a:ext>
              </a:extLst>
            </p:cNvPr>
            <p:cNvSpPr txBox="1"/>
            <p:nvPr/>
          </p:nvSpPr>
          <p:spPr>
            <a:xfrm>
              <a:off x="2228093" y="4682571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6463FB82-39FD-A164-C432-FC7D5A450D7F}"/>
              </a:ext>
            </a:extLst>
          </p:cNvPr>
          <p:cNvGrpSpPr/>
          <p:nvPr/>
        </p:nvGrpSpPr>
        <p:grpSpPr>
          <a:xfrm>
            <a:off x="3441631" y="5731508"/>
            <a:ext cx="503707" cy="1003304"/>
            <a:chOff x="2674290" y="888469"/>
            <a:chExt cx="503707" cy="1003304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6D34A612-AD14-9A51-EC87-FADBE0A8F17C}"/>
                </a:ext>
              </a:extLst>
            </p:cNvPr>
            <p:cNvSpPr/>
            <p:nvPr/>
          </p:nvSpPr>
          <p:spPr>
            <a:xfrm rot="5400000">
              <a:off x="2467865" y="1195970"/>
              <a:ext cx="988061" cy="37305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04BB3227-F76A-0A7A-8371-F3D44E75103D}"/>
                </a:ext>
              </a:extLst>
            </p:cNvPr>
            <p:cNvSpPr txBox="1"/>
            <p:nvPr/>
          </p:nvSpPr>
          <p:spPr>
            <a:xfrm>
              <a:off x="2773184" y="16609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13</a:t>
              </a:r>
              <a:endParaRPr lang="ko-KR" altLang="en-US" sz="900" b="1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5E176AD2-29EC-7B88-8305-33D421AE9672}"/>
                </a:ext>
              </a:extLst>
            </p:cNvPr>
            <p:cNvSpPr txBox="1"/>
            <p:nvPr/>
          </p:nvSpPr>
          <p:spPr>
            <a:xfrm>
              <a:off x="2674290" y="127470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47F3B80-0E7E-C5D2-0FF4-86E8D7F28A66}"/>
              </a:ext>
            </a:extLst>
          </p:cNvPr>
          <p:cNvGrpSpPr/>
          <p:nvPr/>
        </p:nvGrpSpPr>
        <p:grpSpPr>
          <a:xfrm>
            <a:off x="3885052" y="-316765"/>
            <a:ext cx="497696" cy="2592065"/>
            <a:chOff x="6924622" y="872622"/>
            <a:chExt cx="497696" cy="2592065"/>
          </a:xfrm>
        </p:grpSpPr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0D7DBA3C-4E74-D81E-46C8-F25BED138F64}"/>
                </a:ext>
              </a:extLst>
            </p:cNvPr>
            <p:cNvSpPr/>
            <p:nvPr/>
          </p:nvSpPr>
          <p:spPr>
            <a:xfrm rot="5400000">
              <a:off x="5925190" y="1964938"/>
              <a:ext cx="2589443" cy="404812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5418852-1B98-6C13-726F-F5197275A2B5}"/>
                </a:ext>
              </a:extLst>
            </p:cNvPr>
            <p:cNvSpPr txBox="1"/>
            <p:nvPr/>
          </p:nvSpPr>
          <p:spPr>
            <a:xfrm>
              <a:off x="7009407" y="323385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15</a:t>
              </a:r>
              <a:endParaRPr lang="ko-KR" altLang="en-US" sz="900" b="1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B6B2BEC3-F538-3048-CBC7-FF17DA0B73A1}"/>
                </a:ext>
              </a:extLst>
            </p:cNvPr>
            <p:cNvSpPr txBox="1"/>
            <p:nvPr/>
          </p:nvSpPr>
          <p:spPr>
            <a:xfrm>
              <a:off x="6924622" y="202846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116</a:t>
              </a:r>
              <a:endParaRPr lang="ko-KR" altLang="en-US" sz="900" b="1" dirty="0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5AA399-6013-906E-08C6-711CF69CEFCA}"/>
              </a:ext>
            </a:extLst>
          </p:cNvPr>
          <p:cNvGrpSpPr/>
          <p:nvPr/>
        </p:nvGrpSpPr>
        <p:grpSpPr>
          <a:xfrm>
            <a:off x="2114730" y="2727590"/>
            <a:ext cx="970938" cy="1027329"/>
            <a:chOff x="4294384" y="2062104"/>
            <a:chExt cx="708042" cy="1027329"/>
          </a:xfrm>
        </p:grpSpPr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1CF5D853-6F37-0B71-3267-80D463028C35}"/>
                </a:ext>
              </a:extLst>
            </p:cNvPr>
            <p:cNvSpPr/>
            <p:nvPr/>
          </p:nvSpPr>
          <p:spPr>
            <a:xfrm rot="5400000">
              <a:off x="4196561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B9DA315-BE47-1247-5E32-8ED59BDFE17C}"/>
                </a:ext>
              </a:extLst>
            </p:cNvPr>
            <p:cNvSpPr txBox="1"/>
            <p:nvPr/>
          </p:nvSpPr>
          <p:spPr>
            <a:xfrm>
              <a:off x="4506933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7AC15385-F3D6-0084-5539-6986C44F836C}"/>
                </a:ext>
              </a:extLst>
            </p:cNvPr>
            <p:cNvSpPr txBox="1"/>
            <p:nvPr/>
          </p:nvSpPr>
          <p:spPr>
            <a:xfrm>
              <a:off x="4294384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40FA92C-1FBA-0BB8-BF00-405E07ED920E}"/>
              </a:ext>
            </a:extLst>
          </p:cNvPr>
          <p:cNvGrpSpPr/>
          <p:nvPr/>
        </p:nvGrpSpPr>
        <p:grpSpPr>
          <a:xfrm>
            <a:off x="4127577" y="5730994"/>
            <a:ext cx="436567" cy="1033481"/>
            <a:chOff x="4281325" y="888471"/>
            <a:chExt cx="436567" cy="1033481"/>
          </a:xfrm>
        </p:grpSpPr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19F39CB6-0DDC-B09B-CA0B-E84B879A4A2D}"/>
                </a:ext>
              </a:extLst>
            </p:cNvPr>
            <p:cNvSpPr/>
            <p:nvPr/>
          </p:nvSpPr>
          <p:spPr>
            <a:xfrm rot="5400000">
              <a:off x="4007191" y="1263682"/>
              <a:ext cx="1033481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D50777A9-3723-2741-163D-76BBEFC52413}"/>
                </a:ext>
              </a:extLst>
            </p:cNvPr>
            <p:cNvSpPr txBox="1"/>
            <p:nvPr/>
          </p:nvSpPr>
          <p:spPr>
            <a:xfrm>
              <a:off x="4313079" y="166094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C9D16DF-9C67-277C-DB5A-8E682296EF03}"/>
                </a:ext>
              </a:extLst>
            </p:cNvPr>
            <p:cNvSpPr txBox="1"/>
            <p:nvPr/>
          </p:nvSpPr>
          <p:spPr>
            <a:xfrm>
              <a:off x="4281325" y="127470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C81264B-C1C3-BFEC-FCE3-6CBCE3C9D535}"/>
              </a:ext>
            </a:extLst>
          </p:cNvPr>
          <p:cNvGrpSpPr/>
          <p:nvPr/>
        </p:nvGrpSpPr>
        <p:grpSpPr>
          <a:xfrm>
            <a:off x="2970648" y="2727590"/>
            <a:ext cx="970938" cy="1027329"/>
            <a:chOff x="4995715" y="2062104"/>
            <a:chExt cx="708042" cy="1027329"/>
          </a:xfrm>
        </p:grpSpPr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E23FC0F7-E533-67AA-33EC-93A146E9E60E}"/>
                </a:ext>
              </a:extLst>
            </p:cNvPr>
            <p:cNvSpPr/>
            <p:nvPr/>
          </p:nvSpPr>
          <p:spPr>
            <a:xfrm rot="5400000">
              <a:off x="4897892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D16CB732-423D-8B8B-3B4C-24F445D4FDE7}"/>
                </a:ext>
              </a:extLst>
            </p:cNvPr>
            <p:cNvSpPr txBox="1"/>
            <p:nvPr/>
          </p:nvSpPr>
          <p:spPr>
            <a:xfrm>
              <a:off x="5208264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BE13002-348F-C7A7-B8B4-11E0EEFEDF9D}"/>
                </a:ext>
              </a:extLst>
            </p:cNvPr>
            <p:cNvSpPr txBox="1"/>
            <p:nvPr/>
          </p:nvSpPr>
          <p:spPr>
            <a:xfrm>
              <a:off x="4995715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742CC087-9A00-C1E2-3A73-A71E844F3FC5}"/>
              </a:ext>
            </a:extLst>
          </p:cNvPr>
          <p:cNvGrpSpPr/>
          <p:nvPr/>
        </p:nvGrpSpPr>
        <p:grpSpPr>
          <a:xfrm>
            <a:off x="3823483" y="2727590"/>
            <a:ext cx="970938" cy="1027329"/>
            <a:chOff x="5686292" y="2062104"/>
            <a:chExt cx="708042" cy="1027329"/>
          </a:xfrm>
        </p:grpSpPr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139C01CC-A6B1-7148-AD16-04D6127AA066}"/>
                </a:ext>
              </a:extLst>
            </p:cNvPr>
            <p:cNvSpPr/>
            <p:nvPr/>
          </p:nvSpPr>
          <p:spPr>
            <a:xfrm rot="5400000">
              <a:off x="5588469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DCD7587-728C-F15A-4A42-81E6EF6260F5}"/>
                </a:ext>
              </a:extLst>
            </p:cNvPr>
            <p:cNvSpPr txBox="1"/>
            <p:nvPr/>
          </p:nvSpPr>
          <p:spPr>
            <a:xfrm>
              <a:off x="5898841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095836FB-2446-BE9F-D25E-9FA66E6A963A}"/>
                </a:ext>
              </a:extLst>
            </p:cNvPr>
            <p:cNvSpPr txBox="1"/>
            <p:nvPr/>
          </p:nvSpPr>
          <p:spPr>
            <a:xfrm>
              <a:off x="5686292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80AB70A4-0B26-17F6-EC1D-41D23336B2BB}"/>
              </a:ext>
            </a:extLst>
          </p:cNvPr>
          <p:cNvGrpSpPr/>
          <p:nvPr/>
        </p:nvGrpSpPr>
        <p:grpSpPr>
          <a:xfrm>
            <a:off x="2095045" y="721101"/>
            <a:ext cx="981037" cy="1033481"/>
            <a:chOff x="4667207" y="879250"/>
            <a:chExt cx="981037" cy="1033481"/>
          </a:xfrm>
        </p:grpSpPr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C5748C83-8087-1CCE-2EA6-068EA57DFF8C}"/>
                </a:ext>
              </a:extLst>
            </p:cNvPr>
            <p:cNvSpPr/>
            <p:nvPr/>
          </p:nvSpPr>
          <p:spPr>
            <a:xfrm rot="5400000">
              <a:off x="4691523" y="956011"/>
              <a:ext cx="1033481" cy="8799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BEF5B92-3D38-23E2-E307-AF1CF4AEA2AD}"/>
                </a:ext>
              </a:extLst>
            </p:cNvPr>
            <p:cNvSpPr txBox="1"/>
            <p:nvPr/>
          </p:nvSpPr>
          <p:spPr>
            <a:xfrm>
              <a:off x="4980833" y="165172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56</a:t>
              </a:r>
              <a:endParaRPr lang="ko-KR" altLang="en-US" sz="9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AE6667D-0645-037F-0036-79F8CD655406}"/>
                </a:ext>
              </a:extLst>
            </p:cNvPr>
            <p:cNvSpPr txBox="1"/>
            <p:nvPr/>
          </p:nvSpPr>
          <p:spPr>
            <a:xfrm>
              <a:off x="4667207" y="126548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7D7DAE8E-420D-24A9-9BCC-80E08EB4CE22}"/>
              </a:ext>
            </a:extLst>
          </p:cNvPr>
          <p:cNvGrpSpPr/>
          <p:nvPr/>
        </p:nvGrpSpPr>
        <p:grpSpPr>
          <a:xfrm>
            <a:off x="2095472" y="-320964"/>
            <a:ext cx="981037" cy="1033481"/>
            <a:chOff x="5680879" y="879575"/>
            <a:chExt cx="981037" cy="1033481"/>
          </a:xfrm>
        </p:grpSpPr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4537374A-E045-108D-C0CC-7AC7B3A74F27}"/>
                </a:ext>
              </a:extLst>
            </p:cNvPr>
            <p:cNvSpPr/>
            <p:nvPr/>
          </p:nvSpPr>
          <p:spPr>
            <a:xfrm rot="5400000">
              <a:off x="5705195" y="956336"/>
              <a:ext cx="1033481" cy="8799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19D7CB3D-CC9E-2E60-15DB-D3FF7492DB75}"/>
                </a:ext>
              </a:extLst>
            </p:cNvPr>
            <p:cNvSpPr txBox="1"/>
            <p:nvPr/>
          </p:nvSpPr>
          <p:spPr>
            <a:xfrm>
              <a:off x="5994505" y="16520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56</a:t>
              </a:r>
              <a:endParaRPr lang="ko-KR" altLang="en-US" sz="9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881435F3-84E3-46C5-11B7-691D7ED0B566}"/>
                </a:ext>
              </a:extLst>
            </p:cNvPr>
            <p:cNvSpPr txBox="1"/>
            <p:nvPr/>
          </p:nvSpPr>
          <p:spPr>
            <a:xfrm>
              <a:off x="5680879" y="126580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847CC47-DA8F-2771-81DA-03A8F5D0DF8D}"/>
              </a:ext>
            </a:extLst>
          </p:cNvPr>
          <p:cNvGrpSpPr/>
          <p:nvPr/>
        </p:nvGrpSpPr>
        <p:grpSpPr>
          <a:xfrm>
            <a:off x="4289864" y="-316765"/>
            <a:ext cx="497696" cy="2875805"/>
            <a:chOff x="7449512" y="872624"/>
            <a:chExt cx="497696" cy="3090270"/>
          </a:xfrm>
        </p:grpSpPr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12A6C898-91EE-DB25-9401-5B6711A1AB5C}"/>
                </a:ext>
              </a:extLst>
            </p:cNvPr>
            <p:cNvSpPr/>
            <p:nvPr/>
          </p:nvSpPr>
          <p:spPr>
            <a:xfrm rot="5400000">
              <a:off x="6199667" y="2215353"/>
              <a:ext cx="3090270" cy="404812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2147AF89-AC01-8A21-623E-CDAA32894B29}"/>
                </a:ext>
              </a:extLst>
            </p:cNvPr>
            <p:cNvSpPr txBox="1"/>
            <p:nvPr/>
          </p:nvSpPr>
          <p:spPr>
            <a:xfrm>
              <a:off x="7534297" y="349711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15</a:t>
              </a:r>
              <a:endParaRPr lang="ko-KR" altLang="en-US" sz="900" b="1" dirty="0"/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F4F93D38-54DD-4900-6303-256AD20DE732}"/>
                </a:ext>
              </a:extLst>
            </p:cNvPr>
            <p:cNvSpPr txBox="1"/>
            <p:nvPr/>
          </p:nvSpPr>
          <p:spPr>
            <a:xfrm>
              <a:off x="7449512" y="218692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229</a:t>
              </a:r>
              <a:endParaRPr lang="ko-KR" altLang="en-US" sz="900" b="1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27CEDAB3-D0E1-CE85-3FA2-A337F3808DC1}"/>
              </a:ext>
            </a:extLst>
          </p:cNvPr>
          <p:cNvGrpSpPr/>
          <p:nvPr/>
        </p:nvGrpSpPr>
        <p:grpSpPr>
          <a:xfrm>
            <a:off x="3537361" y="-319386"/>
            <a:ext cx="489598" cy="2378955"/>
            <a:chOff x="8039117" y="872626"/>
            <a:chExt cx="489598" cy="2378955"/>
          </a:xfrm>
        </p:grpSpPr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DE37147C-1619-02C2-31A6-B34313BF0CE5}"/>
                </a:ext>
              </a:extLst>
            </p:cNvPr>
            <p:cNvSpPr/>
            <p:nvPr/>
          </p:nvSpPr>
          <p:spPr>
            <a:xfrm rot="5400000">
              <a:off x="7116571" y="1888056"/>
              <a:ext cx="2378955" cy="34809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2CB8178E-5304-EE14-BA70-CA4103BF40A1}"/>
                </a:ext>
              </a:extLst>
            </p:cNvPr>
            <p:cNvSpPr txBox="1"/>
            <p:nvPr/>
          </p:nvSpPr>
          <p:spPr>
            <a:xfrm>
              <a:off x="8123902" y="30207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14</a:t>
              </a:r>
              <a:endParaRPr lang="ko-KR" altLang="en-US" sz="900" b="1" dirty="0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AB3EBD4E-0A5F-08E5-3C8D-C6E636547C88}"/>
                </a:ext>
              </a:extLst>
            </p:cNvPr>
            <p:cNvSpPr txBox="1"/>
            <p:nvPr/>
          </p:nvSpPr>
          <p:spPr>
            <a:xfrm>
              <a:off x="8039117" y="202846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108</a:t>
              </a:r>
              <a:endParaRPr lang="ko-KR" altLang="en-US" sz="900" b="1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85ECA66D-3C67-40B7-83C3-334A74CEDB0E}"/>
              </a:ext>
            </a:extLst>
          </p:cNvPr>
          <p:cNvGrpSpPr/>
          <p:nvPr/>
        </p:nvGrpSpPr>
        <p:grpSpPr>
          <a:xfrm>
            <a:off x="3244590" y="1841602"/>
            <a:ext cx="436567" cy="734667"/>
            <a:chOff x="9258754" y="2277948"/>
            <a:chExt cx="436567" cy="734667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AD6ED410-99B1-A38E-BF60-CD12B133ECA3}"/>
                </a:ext>
              </a:extLst>
            </p:cNvPr>
            <p:cNvSpPr/>
            <p:nvPr/>
          </p:nvSpPr>
          <p:spPr>
            <a:xfrm rot="5400000">
              <a:off x="9134027" y="2503752"/>
              <a:ext cx="734667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A1A2685B-D4E8-378F-DDE6-E75FA00EB7BC}"/>
                </a:ext>
              </a:extLst>
            </p:cNvPr>
            <p:cNvSpPr txBox="1"/>
            <p:nvPr/>
          </p:nvSpPr>
          <p:spPr>
            <a:xfrm>
              <a:off x="9290508" y="27817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85E410B0-ED7B-FEA9-7BF9-3FCFB184E780}"/>
                </a:ext>
              </a:extLst>
            </p:cNvPr>
            <p:cNvSpPr txBox="1"/>
            <p:nvPr/>
          </p:nvSpPr>
          <p:spPr>
            <a:xfrm>
              <a:off x="9258754" y="25116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35BC244A-BCC2-A184-CD1D-BAD20DABBFB8}"/>
              </a:ext>
            </a:extLst>
          </p:cNvPr>
          <p:cNvGrpSpPr/>
          <p:nvPr/>
        </p:nvGrpSpPr>
        <p:grpSpPr>
          <a:xfrm>
            <a:off x="2966989" y="1522799"/>
            <a:ext cx="436567" cy="988063"/>
            <a:chOff x="9636790" y="2277950"/>
            <a:chExt cx="436567" cy="988063"/>
          </a:xfrm>
        </p:grpSpPr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A3097764-7000-09D0-AFA9-B896B2619ED3}"/>
                </a:ext>
              </a:extLst>
            </p:cNvPr>
            <p:cNvSpPr/>
            <p:nvPr/>
          </p:nvSpPr>
          <p:spPr>
            <a:xfrm rot="5400000">
              <a:off x="9385365" y="2630452"/>
              <a:ext cx="988063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5A7A8960-F8B1-A9C0-AD85-AD711997E834}"/>
                </a:ext>
              </a:extLst>
            </p:cNvPr>
            <p:cNvSpPr txBox="1"/>
            <p:nvPr/>
          </p:nvSpPr>
          <p:spPr>
            <a:xfrm>
              <a:off x="9668544" y="301261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8EB4B074-3BC1-3DFC-7F21-B4917B112315}"/>
                </a:ext>
              </a:extLst>
            </p:cNvPr>
            <p:cNvSpPr txBox="1"/>
            <p:nvPr/>
          </p:nvSpPr>
          <p:spPr>
            <a:xfrm>
              <a:off x="9636790" y="267386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52</a:t>
              </a:r>
              <a:endParaRPr lang="ko-KR" altLang="en-US" sz="900" b="1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A62CA749-3114-1247-489C-7219E3A01D13}"/>
              </a:ext>
            </a:extLst>
          </p:cNvPr>
          <p:cNvGrpSpPr/>
          <p:nvPr/>
        </p:nvGrpSpPr>
        <p:grpSpPr>
          <a:xfrm>
            <a:off x="3249610" y="-316765"/>
            <a:ext cx="436567" cy="2163336"/>
            <a:chOff x="10079919" y="2277951"/>
            <a:chExt cx="436567" cy="2163336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796680E8-5134-2E29-CC6B-681B99949365}"/>
                </a:ext>
              </a:extLst>
            </p:cNvPr>
            <p:cNvSpPr/>
            <p:nvPr/>
          </p:nvSpPr>
          <p:spPr>
            <a:xfrm rot="5400000">
              <a:off x="9240858" y="3218089"/>
              <a:ext cx="2163336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6E2C6506-91F2-BE56-1E7F-409C84A9E12F}"/>
                </a:ext>
              </a:extLst>
            </p:cNvPr>
            <p:cNvSpPr txBox="1"/>
            <p:nvPr/>
          </p:nvSpPr>
          <p:spPr>
            <a:xfrm>
              <a:off x="10111673" y="42067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01A0130B-303D-30D9-EC8C-FF3A7A7A5C5C}"/>
                </a:ext>
              </a:extLst>
            </p:cNvPr>
            <p:cNvSpPr txBox="1"/>
            <p:nvPr/>
          </p:nvSpPr>
          <p:spPr>
            <a:xfrm>
              <a:off x="10079919" y="321884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164</a:t>
              </a:r>
              <a:endParaRPr lang="ko-KR" altLang="en-US" sz="900" b="1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1CF3ACD9-B130-FD02-7FFD-D6405A1D4646}"/>
              </a:ext>
            </a:extLst>
          </p:cNvPr>
          <p:cNvGrpSpPr/>
          <p:nvPr/>
        </p:nvGrpSpPr>
        <p:grpSpPr>
          <a:xfrm>
            <a:off x="2970648" y="-316765"/>
            <a:ext cx="436567" cy="1850915"/>
            <a:chOff x="10543104" y="2277952"/>
            <a:chExt cx="436567" cy="1850915"/>
          </a:xfrm>
        </p:grpSpPr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9D4DB5C6-3092-8637-3F6A-4EF7BCD03E4D}"/>
                </a:ext>
              </a:extLst>
            </p:cNvPr>
            <p:cNvSpPr/>
            <p:nvPr/>
          </p:nvSpPr>
          <p:spPr>
            <a:xfrm rot="5400000">
              <a:off x="9860253" y="3061880"/>
              <a:ext cx="1850915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B54ECFEB-CC87-6258-1D9B-9632789A8854}"/>
                </a:ext>
              </a:extLst>
            </p:cNvPr>
            <p:cNvSpPr txBox="1"/>
            <p:nvPr/>
          </p:nvSpPr>
          <p:spPr>
            <a:xfrm>
              <a:off x="10574858" y="388668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AFA4E447-91DE-4556-A179-F8B1B0059985}"/>
                </a:ext>
              </a:extLst>
            </p:cNvPr>
            <p:cNvSpPr txBox="1"/>
            <p:nvPr/>
          </p:nvSpPr>
          <p:spPr>
            <a:xfrm>
              <a:off x="10543104" y="301087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108</a:t>
              </a:r>
              <a:endParaRPr lang="ko-KR" altLang="en-US" sz="900" b="1" dirty="0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CBB14AE-0631-D518-9382-E4DBF16A3303}"/>
              </a:ext>
            </a:extLst>
          </p:cNvPr>
          <p:cNvSpPr txBox="1"/>
          <p:nvPr/>
        </p:nvSpPr>
        <p:spPr>
          <a:xfrm>
            <a:off x="34048" y="330395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6M</a:t>
            </a:r>
          </a:p>
        </p:txBody>
      </p:sp>
    </p:spTree>
    <p:extLst>
      <p:ext uri="{BB962C8B-B14F-4D97-AF65-F5344CB8AC3E}">
        <p14:creationId xmlns:p14="http://schemas.microsoft.com/office/powerpoint/2010/main" val="104274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2C73E-B883-A603-72A4-A4B298F2B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8F6331E2-E4CF-8784-F50F-F438BF0F394A}"/>
              </a:ext>
            </a:extLst>
          </p:cNvPr>
          <p:cNvSpPr txBox="1"/>
          <p:nvPr/>
        </p:nvSpPr>
        <p:spPr>
          <a:xfrm>
            <a:off x="64109" y="128263"/>
            <a:ext cx="17145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주방 롤 재단 </a:t>
            </a:r>
            <a:r>
              <a:rPr lang="ko-KR" altLang="en-US" sz="1200" b="1" dirty="0" err="1"/>
              <a:t>상부장</a:t>
            </a:r>
            <a:endParaRPr lang="ko-KR" altLang="en-US" sz="1200" b="1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A58BB5F-8048-8196-79A7-9D747DEE2484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880E298-4B26-5CB5-A234-EF04CAB7AADD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A2A78CB-E581-5FB7-7EE8-D476A9D913CD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C14D9D4D-2E2B-039D-CFC7-14F1BA204835}"/>
              </a:ext>
            </a:extLst>
          </p:cNvPr>
          <p:cNvGrpSpPr/>
          <p:nvPr/>
        </p:nvGrpSpPr>
        <p:grpSpPr>
          <a:xfrm>
            <a:off x="4801925" y="3021381"/>
            <a:ext cx="1029831" cy="1400192"/>
            <a:chOff x="4304479" y="888472"/>
            <a:chExt cx="831401" cy="1099749"/>
          </a:xfrm>
        </p:grpSpPr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2F967E7F-14EF-7A4E-54D6-6D022E767920}"/>
                </a:ext>
              </a:extLst>
            </p:cNvPr>
            <p:cNvSpPr/>
            <p:nvPr/>
          </p:nvSpPr>
          <p:spPr>
            <a:xfrm rot="5400000">
              <a:off x="4220843" y="1073185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ACFC38E6-2268-F4D1-95B9-6365FA48A396}"/>
                </a:ext>
              </a:extLst>
            </p:cNvPr>
            <p:cNvSpPr txBox="1"/>
            <p:nvPr/>
          </p:nvSpPr>
          <p:spPr>
            <a:xfrm>
              <a:off x="4304479" y="12660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1850DFE-D9E6-3A79-5327-5AFCFF6C1522}"/>
                </a:ext>
              </a:extLst>
            </p:cNvPr>
            <p:cNvSpPr txBox="1"/>
            <p:nvPr/>
          </p:nvSpPr>
          <p:spPr>
            <a:xfrm>
              <a:off x="4571565" y="17542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B0034E44-8279-D4C3-F873-8B2893DBC708}"/>
              </a:ext>
            </a:extLst>
          </p:cNvPr>
          <p:cNvGrpSpPr/>
          <p:nvPr/>
        </p:nvGrpSpPr>
        <p:grpSpPr>
          <a:xfrm>
            <a:off x="3133581" y="4417616"/>
            <a:ext cx="1073044" cy="1099749"/>
            <a:chOff x="4340907" y="2122914"/>
            <a:chExt cx="831401" cy="1099749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3F01CD29-8FE0-AF4B-B180-2599E2778D4A}"/>
                </a:ext>
              </a:extLst>
            </p:cNvPr>
            <p:cNvSpPr/>
            <p:nvPr/>
          </p:nvSpPr>
          <p:spPr>
            <a:xfrm rot="5400000">
              <a:off x="4257271" y="2307627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28F2C901-ABC8-E06B-C2E3-5F5A88A9D20D}"/>
                </a:ext>
              </a:extLst>
            </p:cNvPr>
            <p:cNvSpPr txBox="1"/>
            <p:nvPr/>
          </p:nvSpPr>
          <p:spPr>
            <a:xfrm>
              <a:off x="4340907" y="25005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1DEC98B-F339-74BC-B599-7846BEE7B6BA}"/>
                </a:ext>
              </a:extLst>
            </p:cNvPr>
            <p:cNvSpPr txBox="1"/>
            <p:nvPr/>
          </p:nvSpPr>
          <p:spPr>
            <a:xfrm>
              <a:off x="4607993" y="29887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C07104F1-EB82-0C3F-5D56-898D92197CEB}"/>
              </a:ext>
            </a:extLst>
          </p:cNvPr>
          <p:cNvGrpSpPr/>
          <p:nvPr/>
        </p:nvGrpSpPr>
        <p:grpSpPr>
          <a:xfrm>
            <a:off x="4070371" y="4417617"/>
            <a:ext cx="1073044" cy="1099749"/>
            <a:chOff x="5190886" y="2122915"/>
            <a:chExt cx="831401" cy="1099749"/>
          </a:xfrm>
        </p:grpSpPr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9DF760A1-982A-69DB-DBE1-E40AF84D27FF}"/>
                </a:ext>
              </a:extLst>
            </p:cNvPr>
            <p:cNvSpPr/>
            <p:nvPr/>
          </p:nvSpPr>
          <p:spPr>
            <a:xfrm rot="5400000">
              <a:off x="5107250" y="2307628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263DC445-74CB-1BB8-1D85-EE4656397DB8}"/>
                </a:ext>
              </a:extLst>
            </p:cNvPr>
            <p:cNvSpPr txBox="1"/>
            <p:nvPr/>
          </p:nvSpPr>
          <p:spPr>
            <a:xfrm>
              <a:off x="5190886" y="25005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03BDF2A5-04D8-480F-1AAA-E171D40B6957}"/>
                </a:ext>
              </a:extLst>
            </p:cNvPr>
            <p:cNvSpPr txBox="1"/>
            <p:nvPr/>
          </p:nvSpPr>
          <p:spPr>
            <a:xfrm>
              <a:off x="5457972" y="29887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A08C3F4F-A095-C448-2CD1-6D121FC07E07}"/>
              </a:ext>
            </a:extLst>
          </p:cNvPr>
          <p:cNvGrpSpPr/>
          <p:nvPr/>
        </p:nvGrpSpPr>
        <p:grpSpPr>
          <a:xfrm>
            <a:off x="3137262" y="-261802"/>
            <a:ext cx="958743" cy="1104293"/>
            <a:chOff x="5146615" y="888467"/>
            <a:chExt cx="958743" cy="1104293"/>
          </a:xfrm>
        </p:grpSpPr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FE6D0BE3-5AED-B553-05DF-D44594F57D70}"/>
                </a:ext>
              </a:extLst>
            </p:cNvPr>
            <p:cNvSpPr/>
            <p:nvPr/>
          </p:nvSpPr>
          <p:spPr>
            <a:xfrm rot="5400000">
              <a:off x="5126650" y="1009508"/>
              <a:ext cx="1099749" cy="85766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B3B1C70A-A950-48B0-366A-4C748822F3E4}"/>
                </a:ext>
              </a:extLst>
            </p:cNvPr>
            <p:cNvSpPr txBox="1"/>
            <p:nvPr/>
          </p:nvSpPr>
          <p:spPr>
            <a:xfrm>
              <a:off x="5146615" y="12660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D37266D9-F758-490E-1BB3-5FA76080EF94}"/>
                </a:ext>
              </a:extLst>
            </p:cNvPr>
            <p:cNvSpPr txBox="1"/>
            <p:nvPr/>
          </p:nvSpPr>
          <p:spPr>
            <a:xfrm>
              <a:off x="5482281" y="176192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13C96034-A7E3-B7EB-9842-05F2D6799810}"/>
              </a:ext>
            </a:extLst>
          </p:cNvPr>
          <p:cNvGrpSpPr/>
          <p:nvPr/>
        </p:nvGrpSpPr>
        <p:grpSpPr>
          <a:xfrm>
            <a:off x="3991324" y="-261800"/>
            <a:ext cx="958743" cy="1104293"/>
            <a:chOff x="6148926" y="888469"/>
            <a:chExt cx="958743" cy="1104293"/>
          </a:xfrm>
        </p:grpSpPr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7F7D90B3-9016-2A0C-944E-68147CB4D9AD}"/>
                </a:ext>
              </a:extLst>
            </p:cNvPr>
            <p:cNvSpPr/>
            <p:nvPr/>
          </p:nvSpPr>
          <p:spPr>
            <a:xfrm rot="5400000">
              <a:off x="6128961" y="1009510"/>
              <a:ext cx="1099749" cy="85766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65456596-7212-5684-172B-F9C6306E5FDF}"/>
                </a:ext>
              </a:extLst>
            </p:cNvPr>
            <p:cNvSpPr txBox="1"/>
            <p:nvPr/>
          </p:nvSpPr>
          <p:spPr>
            <a:xfrm>
              <a:off x="6148926" y="126607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2FB533D4-8A97-B095-FD0D-0D0D3E8B9F1F}"/>
                </a:ext>
              </a:extLst>
            </p:cNvPr>
            <p:cNvSpPr txBox="1"/>
            <p:nvPr/>
          </p:nvSpPr>
          <p:spPr>
            <a:xfrm>
              <a:off x="6484592" y="176193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C87E0B54-8E00-C64E-6F34-D7C221D07D5A}"/>
              </a:ext>
            </a:extLst>
          </p:cNvPr>
          <p:cNvGrpSpPr/>
          <p:nvPr/>
        </p:nvGrpSpPr>
        <p:grpSpPr>
          <a:xfrm>
            <a:off x="3126374" y="5514257"/>
            <a:ext cx="1073044" cy="1099749"/>
            <a:chOff x="5994923" y="2122915"/>
            <a:chExt cx="831401" cy="1099749"/>
          </a:xfrm>
        </p:grpSpPr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481BDC5D-E52F-8CF4-F93C-1C5B300BDBF8}"/>
                </a:ext>
              </a:extLst>
            </p:cNvPr>
            <p:cNvSpPr/>
            <p:nvPr/>
          </p:nvSpPr>
          <p:spPr>
            <a:xfrm rot="5400000">
              <a:off x="5911287" y="2307628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860DFE21-208E-790B-2032-BFA07BB15861}"/>
                </a:ext>
              </a:extLst>
            </p:cNvPr>
            <p:cNvSpPr txBox="1"/>
            <p:nvPr/>
          </p:nvSpPr>
          <p:spPr>
            <a:xfrm>
              <a:off x="5994923" y="25005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176C5576-1D0F-D5FD-FB58-75F01A0F7F2F}"/>
                </a:ext>
              </a:extLst>
            </p:cNvPr>
            <p:cNvSpPr txBox="1"/>
            <p:nvPr/>
          </p:nvSpPr>
          <p:spPr>
            <a:xfrm>
              <a:off x="6262009" y="29887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3DCA8404-E165-1A70-C284-1F2801282346}"/>
              </a:ext>
            </a:extLst>
          </p:cNvPr>
          <p:cNvGrpSpPr/>
          <p:nvPr/>
        </p:nvGrpSpPr>
        <p:grpSpPr>
          <a:xfrm>
            <a:off x="4075359" y="5514257"/>
            <a:ext cx="1073044" cy="1099749"/>
            <a:chOff x="6844902" y="2122916"/>
            <a:chExt cx="831401" cy="1099749"/>
          </a:xfrm>
        </p:grpSpPr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07DA0221-291E-8675-1566-37AF1FB547FD}"/>
                </a:ext>
              </a:extLst>
            </p:cNvPr>
            <p:cNvSpPr/>
            <p:nvPr/>
          </p:nvSpPr>
          <p:spPr>
            <a:xfrm rot="5400000">
              <a:off x="6761266" y="2307629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13857193-494C-8D6C-99CD-6354C9C71DE0}"/>
                </a:ext>
              </a:extLst>
            </p:cNvPr>
            <p:cNvSpPr txBox="1"/>
            <p:nvPr/>
          </p:nvSpPr>
          <p:spPr>
            <a:xfrm>
              <a:off x="6844902" y="250052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A058AA96-A259-AE3F-5B35-1200CCF2E36E}"/>
                </a:ext>
              </a:extLst>
            </p:cNvPr>
            <p:cNvSpPr txBox="1"/>
            <p:nvPr/>
          </p:nvSpPr>
          <p:spPr>
            <a:xfrm>
              <a:off x="7111988" y="298872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E7AAF3D6-071E-1C0A-BF36-1BA97DBD42AF}"/>
              </a:ext>
            </a:extLst>
          </p:cNvPr>
          <p:cNvGrpSpPr/>
          <p:nvPr/>
        </p:nvGrpSpPr>
        <p:grpSpPr>
          <a:xfrm>
            <a:off x="5040484" y="4417686"/>
            <a:ext cx="435679" cy="1287779"/>
            <a:chOff x="4377336" y="3429001"/>
            <a:chExt cx="435679" cy="1287779"/>
          </a:xfrm>
        </p:grpSpPr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9F0657BE-67C8-EE76-DACC-E87702DF8300}"/>
                </a:ext>
              </a:extLst>
            </p:cNvPr>
            <p:cNvSpPr/>
            <p:nvPr/>
          </p:nvSpPr>
          <p:spPr>
            <a:xfrm rot="5400000">
              <a:off x="3986391" y="3921022"/>
              <a:ext cx="1287779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1F3C1433-4B4B-72FA-66C6-975629AB8F9B}"/>
                </a:ext>
              </a:extLst>
            </p:cNvPr>
            <p:cNvSpPr txBox="1"/>
            <p:nvPr/>
          </p:nvSpPr>
          <p:spPr>
            <a:xfrm>
              <a:off x="4377336" y="39699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AA5780F1-ECF8-42B8-261C-C15C308F3ED9}"/>
                </a:ext>
              </a:extLst>
            </p:cNvPr>
            <p:cNvSpPr txBox="1"/>
            <p:nvPr/>
          </p:nvSpPr>
          <p:spPr>
            <a:xfrm>
              <a:off x="4408202" y="44661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B15F61C-E983-D933-B7B0-27A2CC66834E}"/>
              </a:ext>
            </a:extLst>
          </p:cNvPr>
          <p:cNvGrpSpPr/>
          <p:nvPr/>
        </p:nvGrpSpPr>
        <p:grpSpPr>
          <a:xfrm>
            <a:off x="5040484" y="5705465"/>
            <a:ext cx="435679" cy="1152535"/>
            <a:chOff x="4819296" y="3429001"/>
            <a:chExt cx="435679" cy="115253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A5EE78A7-068A-34E9-C2FE-2F380AB8C80A}"/>
                </a:ext>
              </a:extLst>
            </p:cNvPr>
            <p:cNvSpPr/>
            <p:nvPr/>
          </p:nvSpPr>
          <p:spPr>
            <a:xfrm rot="5400000">
              <a:off x="4467097" y="3882274"/>
              <a:ext cx="1152535" cy="24598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400A55EC-B1E3-85E8-D677-D80881C36009}"/>
                </a:ext>
              </a:extLst>
            </p:cNvPr>
            <p:cNvSpPr txBox="1"/>
            <p:nvPr/>
          </p:nvSpPr>
          <p:spPr>
            <a:xfrm>
              <a:off x="4819296" y="39699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1FE7B741-6304-7287-29D1-792FCE9274D4}"/>
                </a:ext>
              </a:extLst>
            </p:cNvPr>
            <p:cNvSpPr txBox="1"/>
            <p:nvPr/>
          </p:nvSpPr>
          <p:spPr>
            <a:xfrm>
              <a:off x="4850162" y="435070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</a:t>
              </a:r>
              <a:endParaRPr lang="ko-KR" altLang="en-US" sz="900" b="1" dirty="0"/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8880A07B-98ED-C372-F07D-5A374C27B270}"/>
              </a:ext>
            </a:extLst>
          </p:cNvPr>
          <p:cNvGrpSpPr/>
          <p:nvPr/>
        </p:nvGrpSpPr>
        <p:grpSpPr>
          <a:xfrm>
            <a:off x="5449281" y="-261803"/>
            <a:ext cx="435679" cy="2331089"/>
            <a:chOff x="5303618" y="3429001"/>
            <a:chExt cx="435679" cy="1981201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C7ED1FDD-F876-64BD-3047-8F51A0FB548A}"/>
                </a:ext>
              </a:extLst>
            </p:cNvPr>
            <p:cNvSpPr/>
            <p:nvPr/>
          </p:nvSpPr>
          <p:spPr>
            <a:xfrm rot="5400000">
              <a:off x="4565960" y="4267733"/>
              <a:ext cx="1981201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80407C91-05C8-0D9F-5E35-0BF04EA2553C}"/>
                </a:ext>
              </a:extLst>
            </p:cNvPr>
            <p:cNvSpPr txBox="1"/>
            <p:nvPr/>
          </p:nvSpPr>
          <p:spPr>
            <a:xfrm>
              <a:off x="5303618" y="43136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164</a:t>
              </a:r>
              <a:endParaRPr lang="ko-KR" altLang="en-US" sz="900" b="1" dirty="0"/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6F2A3AB-78A1-5B6A-FE1F-4DAE0D5ADFDB}"/>
                </a:ext>
              </a:extLst>
            </p:cNvPr>
            <p:cNvSpPr txBox="1"/>
            <p:nvPr/>
          </p:nvSpPr>
          <p:spPr>
            <a:xfrm>
              <a:off x="5334484" y="51664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AF236262-4F0D-05F7-30D8-ED63FC415E0D}"/>
              </a:ext>
            </a:extLst>
          </p:cNvPr>
          <p:cNvGrpSpPr/>
          <p:nvPr/>
        </p:nvGrpSpPr>
        <p:grpSpPr>
          <a:xfrm>
            <a:off x="4853511" y="-261802"/>
            <a:ext cx="435679" cy="1525322"/>
            <a:chOff x="5759313" y="3429001"/>
            <a:chExt cx="435679" cy="1525322"/>
          </a:xfrm>
        </p:grpSpPr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C8BA2058-3EB6-D30A-63C4-D797ED654C56}"/>
                </a:ext>
              </a:extLst>
            </p:cNvPr>
            <p:cNvSpPr/>
            <p:nvPr/>
          </p:nvSpPr>
          <p:spPr>
            <a:xfrm rot="5400000">
              <a:off x="5249596" y="4039793"/>
              <a:ext cx="1525322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87570AB5-3113-A217-46E1-0A0C9AA1E3D5}"/>
                </a:ext>
              </a:extLst>
            </p:cNvPr>
            <p:cNvSpPr txBox="1"/>
            <p:nvPr/>
          </p:nvSpPr>
          <p:spPr>
            <a:xfrm>
              <a:off x="5759313" y="407775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110</a:t>
              </a:r>
              <a:endParaRPr lang="ko-KR" altLang="en-US" sz="9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5DDC2E1F-95DF-B4B0-2D13-38FA11283A3A}"/>
                </a:ext>
              </a:extLst>
            </p:cNvPr>
            <p:cNvSpPr txBox="1"/>
            <p:nvPr/>
          </p:nvSpPr>
          <p:spPr>
            <a:xfrm>
              <a:off x="5790179" y="472348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4D2C9930-4584-1265-0E59-C148CB8679DA}"/>
              </a:ext>
            </a:extLst>
          </p:cNvPr>
          <p:cNvGrpSpPr/>
          <p:nvPr/>
        </p:nvGrpSpPr>
        <p:grpSpPr>
          <a:xfrm>
            <a:off x="5152276" y="-256325"/>
            <a:ext cx="435679" cy="1614199"/>
            <a:chOff x="6231753" y="3429001"/>
            <a:chExt cx="435679" cy="1614199"/>
          </a:xfrm>
        </p:grpSpPr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F185366C-F628-722F-A05E-6B6D6B818648}"/>
                </a:ext>
              </a:extLst>
            </p:cNvPr>
            <p:cNvSpPr/>
            <p:nvPr/>
          </p:nvSpPr>
          <p:spPr>
            <a:xfrm rot="5400000">
              <a:off x="5684597" y="4077232"/>
              <a:ext cx="1600199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2E59A60A-FB3B-7AB0-C905-49B14699A2B3}"/>
                </a:ext>
              </a:extLst>
            </p:cNvPr>
            <p:cNvSpPr txBox="1"/>
            <p:nvPr/>
          </p:nvSpPr>
          <p:spPr>
            <a:xfrm>
              <a:off x="6231753" y="407775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116</a:t>
              </a:r>
              <a:endParaRPr lang="ko-KR" altLang="en-US" sz="900" b="1" dirty="0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E40A9410-1A76-624D-866C-FFA2AB952EC8}"/>
                </a:ext>
              </a:extLst>
            </p:cNvPr>
            <p:cNvSpPr txBox="1"/>
            <p:nvPr/>
          </p:nvSpPr>
          <p:spPr>
            <a:xfrm>
              <a:off x="6262619" y="481236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9210991C-2D3C-82B9-BAC4-7760356DCA6E}"/>
              </a:ext>
            </a:extLst>
          </p:cNvPr>
          <p:cNvGrpSpPr/>
          <p:nvPr/>
        </p:nvGrpSpPr>
        <p:grpSpPr>
          <a:xfrm>
            <a:off x="4826901" y="1621189"/>
            <a:ext cx="723452" cy="1405976"/>
            <a:chOff x="7919654" y="888466"/>
            <a:chExt cx="723452" cy="1104293"/>
          </a:xfrm>
        </p:grpSpPr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F0F22D0B-8F64-2200-DBB4-B74B72B5771F}"/>
                </a:ext>
              </a:extLst>
            </p:cNvPr>
            <p:cNvSpPr/>
            <p:nvPr/>
          </p:nvSpPr>
          <p:spPr>
            <a:xfrm rot="5400000">
              <a:off x="7782043" y="1127153"/>
              <a:ext cx="1099749" cy="62237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799AA55-D4A0-0C74-8F5D-E0A6E7CEEBF3}"/>
                </a:ext>
              </a:extLst>
            </p:cNvPr>
            <p:cNvSpPr txBox="1"/>
            <p:nvPr/>
          </p:nvSpPr>
          <p:spPr>
            <a:xfrm>
              <a:off x="7919654" y="12660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8CC1537D-B2BD-5AE4-5962-DB58E0EF116E}"/>
                </a:ext>
              </a:extLst>
            </p:cNvPr>
            <p:cNvSpPr txBox="1"/>
            <p:nvPr/>
          </p:nvSpPr>
          <p:spPr>
            <a:xfrm>
              <a:off x="8118160" y="176192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28</a:t>
              </a:r>
              <a:endParaRPr lang="ko-KR" altLang="en-US" sz="900" b="1" dirty="0"/>
            </a:p>
          </p:txBody>
        </p: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79D68514-B1F0-A78A-1ADC-EEB08B670B8A}"/>
              </a:ext>
            </a:extLst>
          </p:cNvPr>
          <p:cNvGrpSpPr/>
          <p:nvPr/>
        </p:nvGrpSpPr>
        <p:grpSpPr>
          <a:xfrm>
            <a:off x="3981199" y="834844"/>
            <a:ext cx="980121" cy="821324"/>
            <a:chOff x="7919654" y="2122910"/>
            <a:chExt cx="1010986" cy="821324"/>
          </a:xfrm>
        </p:grpSpPr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C7FE9836-CB36-9C14-F0C9-FE1C03F9D1D4}"/>
                </a:ext>
              </a:extLst>
            </p:cNvPr>
            <p:cNvSpPr/>
            <p:nvPr/>
          </p:nvSpPr>
          <p:spPr>
            <a:xfrm rot="5400000">
              <a:off x="8081718" y="2061922"/>
              <a:ext cx="787934" cy="90991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E338A1A-40FB-554B-5906-B2F127A133CC}"/>
                </a:ext>
              </a:extLst>
            </p:cNvPr>
            <p:cNvSpPr txBox="1"/>
            <p:nvPr/>
          </p:nvSpPr>
          <p:spPr>
            <a:xfrm>
              <a:off x="7919654" y="24467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39</a:t>
              </a:r>
              <a:endParaRPr lang="ko-KR" altLang="en-US" sz="900" b="1" dirty="0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87ED154-2292-FDDD-3164-A4D2C1654C0C}"/>
                </a:ext>
              </a:extLst>
            </p:cNvPr>
            <p:cNvSpPr txBox="1"/>
            <p:nvPr/>
          </p:nvSpPr>
          <p:spPr>
            <a:xfrm>
              <a:off x="8289175" y="27134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D65C38BF-FBA4-98FE-6D5F-C4CC826D011E}"/>
              </a:ext>
            </a:extLst>
          </p:cNvPr>
          <p:cNvGrpSpPr/>
          <p:nvPr/>
        </p:nvGrpSpPr>
        <p:grpSpPr>
          <a:xfrm>
            <a:off x="3137262" y="834844"/>
            <a:ext cx="966945" cy="821324"/>
            <a:chOff x="8957497" y="2122910"/>
            <a:chExt cx="1010986" cy="821324"/>
          </a:xfrm>
        </p:grpSpPr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EC8435B5-F431-653F-AA15-C1E24C742CFB}"/>
                </a:ext>
              </a:extLst>
            </p:cNvPr>
            <p:cNvSpPr/>
            <p:nvPr/>
          </p:nvSpPr>
          <p:spPr>
            <a:xfrm rot="5400000">
              <a:off x="9119561" y="2061922"/>
              <a:ext cx="787934" cy="90991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80ACF016-F788-7B88-28CF-408E0CD1471E}"/>
                </a:ext>
              </a:extLst>
            </p:cNvPr>
            <p:cNvSpPr txBox="1"/>
            <p:nvPr/>
          </p:nvSpPr>
          <p:spPr>
            <a:xfrm>
              <a:off x="8957497" y="24467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39</a:t>
              </a:r>
              <a:endParaRPr lang="ko-KR" altLang="en-US" sz="900" b="1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E4F3718-C106-EA2E-3DE9-79962FB70E7B}"/>
                </a:ext>
              </a:extLst>
            </p:cNvPr>
            <p:cNvSpPr txBox="1"/>
            <p:nvPr/>
          </p:nvSpPr>
          <p:spPr>
            <a:xfrm>
              <a:off x="9327018" y="27134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35AC7177-5CDA-FF00-9014-EE9821CBBC6D}"/>
              </a:ext>
            </a:extLst>
          </p:cNvPr>
          <p:cNvGrpSpPr/>
          <p:nvPr/>
        </p:nvGrpSpPr>
        <p:grpSpPr>
          <a:xfrm>
            <a:off x="3101331" y="2371021"/>
            <a:ext cx="809714" cy="1616701"/>
            <a:chOff x="7905937" y="3080251"/>
            <a:chExt cx="879923" cy="1616701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19C4745F-E520-2B67-CFC6-8877694271D6}"/>
                </a:ext>
              </a:extLst>
            </p:cNvPr>
            <p:cNvSpPr/>
            <p:nvPr/>
          </p:nvSpPr>
          <p:spPr>
            <a:xfrm rot="5400000">
              <a:off x="7601031" y="3486233"/>
              <a:ext cx="1590812" cy="77884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04E226D2-E2EE-BBCC-437B-1F2D620194FA}"/>
                </a:ext>
              </a:extLst>
            </p:cNvPr>
            <p:cNvSpPr txBox="1"/>
            <p:nvPr/>
          </p:nvSpPr>
          <p:spPr>
            <a:xfrm>
              <a:off x="7905937" y="375439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18BB002-180C-827D-87E8-7725DF0CB2C0}"/>
                </a:ext>
              </a:extLst>
            </p:cNvPr>
            <p:cNvSpPr txBox="1"/>
            <p:nvPr/>
          </p:nvSpPr>
          <p:spPr>
            <a:xfrm>
              <a:off x="8201864" y="44661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2B97B2EC-5456-5074-9578-C7F496618BC8}"/>
              </a:ext>
            </a:extLst>
          </p:cNvPr>
          <p:cNvGrpSpPr/>
          <p:nvPr/>
        </p:nvGrpSpPr>
        <p:grpSpPr>
          <a:xfrm>
            <a:off x="3813398" y="2371022"/>
            <a:ext cx="809714" cy="1616701"/>
            <a:chOff x="8774617" y="3080252"/>
            <a:chExt cx="879923" cy="1616701"/>
          </a:xfrm>
        </p:grpSpPr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1D24F644-C5DA-142B-E327-F116ACA4A8FE}"/>
                </a:ext>
              </a:extLst>
            </p:cNvPr>
            <p:cNvSpPr/>
            <p:nvPr/>
          </p:nvSpPr>
          <p:spPr>
            <a:xfrm rot="5400000">
              <a:off x="8469711" y="3486234"/>
              <a:ext cx="1590812" cy="77884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A3E001CF-C0EE-2FC0-C53F-35A5BAD46F9F}"/>
                </a:ext>
              </a:extLst>
            </p:cNvPr>
            <p:cNvSpPr txBox="1"/>
            <p:nvPr/>
          </p:nvSpPr>
          <p:spPr>
            <a:xfrm>
              <a:off x="8774617" y="375439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1D7D9C9F-E87C-24B8-8DA9-4BD91E48599C}"/>
                </a:ext>
              </a:extLst>
            </p:cNvPr>
            <p:cNvSpPr txBox="1"/>
            <p:nvPr/>
          </p:nvSpPr>
          <p:spPr>
            <a:xfrm>
              <a:off x="9070544" y="446612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8ABABB4-3770-A387-E5DD-CE084280E8B2}"/>
              </a:ext>
            </a:extLst>
          </p:cNvPr>
          <p:cNvGrpSpPr/>
          <p:nvPr/>
        </p:nvGrpSpPr>
        <p:grpSpPr>
          <a:xfrm>
            <a:off x="4524757" y="2371023"/>
            <a:ext cx="411883" cy="1616701"/>
            <a:chOff x="9635677" y="3080253"/>
            <a:chExt cx="411883" cy="1616701"/>
          </a:xfrm>
        </p:grpSpPr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7C163B20-1B51-1B4F-60C8-6F3DEFE13A1A}"/>
                </a:ext>
              </a:extLst>
            </p:cNvPr>
            <p:cNvSpPr/>
            <p:nvPr/>
          </p:nvSpPr>
          <p:spPr>
            <a:xfrm rot="5400000">
              <a:off x="9093216" y="3723790"/>
              <a:ext cx="1590812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BBF5A551-A628-65B7-2D9C-7BDD6A4D2049}"/>
                </a:ext>
              </a:extLst>
            </p:cNvPr>
            <p:cNvSpPr txBox="1"/>
            <p:nvPr/>
          </p:nvSpPr>
          <p:spPr>
            <a:xfrm>
              <a:off x="9635677" y="375439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3E9665BA-B5F8-1DAD-318D-29298D5A143F}"/>
                </a:ext>
              </a:extLst>
            </p:cNvPr>
            <p:cNvSpPr txBox="1"/>
            <p:nvPr/>
          </p:nvSpPr>
          <p:spPr>
            <a:xfrm>
              <a:off x="9642747" y="44661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</a:t>
              </a:r>
              <a:endParaRPr lang="ko-KR" altLang="en-US" sz="900" b="1" dirty="0"/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474A5C55-3231-A7EC-7A23-E3F4A972170F}"/>
              </a:ext>
            </a:extLst>
          </p:cNvPr>
          <p:cNvGrpSpPr/>
          <p:nvPr/>
        </p:nvGrpSpPr>
        <p:grpSpPr>
          <a:xfrm>
            <a:off x="3138302" y="1622778"/>
            <a:ext cx="1788226" cy="775604"/>
            <a:chOff x="7919654" y="4842904"/>
            <a:chExt cx="1788226" cy="775604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47F0315A-64C3-1317-6334-C5FF6D59513D}"/>
                </a:ext>
              </a:extLst>
            </p:cNvPr>
            <p:cNvSpPr/>
            <p:nvPr/>
          </p:nvSpPr>
          <p:spPr>
            <a:xfrm rot="5400000">
              <a:off x="8489217" y="4374417"/>
              <a:ext cx="750176" cy="168715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D9C86299-C751-F5C3-0288-9417A1C52267}"/>
                </a:ext>
              </a:extLst>
            </p:cNvPr>
            <p:cNvSpPr txBox="1"/>
            <p:nvPr/>
          </p:nvSpPr>
          <p:spPr>
            <a:xfrm>
              <a:off x="7919654" y="50908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AE0985F3-669F-8FAD-2F2F-83774440C7AF}"/>
                </a:ext>
              </a:extLst>
            </p:cNvPr>
            <p:cNvSpPr txBox="1"/>
            <p:nvPr/>
          </p:nvSpPr>
          <p:spPr>
            <a:xfrm>
              <a:off x="8751175" y="538767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76</a:t>
              </a:r>
              <a:endParaRPr lang="ko-KR" altLang="en-US" sz="900" b="1" dirty="0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23A72AD8-0F33-9F4E-57B8-258E132CE5B3}"/>
              </a:ext>
            </a:extLst>
          </p:cNvPr>
          <p:cNvSpPr txBox="1"/>
          <p:nvPr/>
        </p:nvSpPr>
        <p:spPr>
          <a:xfrm>
            <a:off x="278415" y="330395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5M</a:t>
            </a:r>
          </a:p>
        </p:txBody>
      </p:sp>
    </p:spTree>
    <p:extLst>
      <p:ext uri="{BB962C8B-B14F-4D97-AF65-F5344CB8AC3E}">
        <p14:creationId xmlns:p14="http://schemas.microsoft.com/office/powerpoint/2010/main" val="1542374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868</TotalTime>
  <Words>456</Words>
  <Application>Microsoft Office PowerPoint</Application>
  <PresentationFormat>와이드스크린</PresentationFormat>
  <Paragraphs>396</Paragraphs>
  <Slides>8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3337</dc:creator>
  <cp:lastModifiedBy>3337</cp:lastModifiedBy>
  <cp:revision>79</cp:revision>
  <dcterms:created xsi:type="dcterms:W3CDTF">2024-10-22T17:10:04Z</dcterms:created>
  <dcterms:modified xsi:type="dcterms:W3CDTF">2026-01-30T15:22:39Z</dcterms:modified>
</cp:coreProperties>
</file>