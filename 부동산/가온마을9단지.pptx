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7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4323F-1ADB-4AB6-B0D8-1B1AFCDC436F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318458-9E72-4799-BF86-5EA6D01704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547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18458-9E72-4799-BF86-5EA6D017044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632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7466D6-8235-16C3-DAB2-AA7A99827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B57631-A475-9485-753C-FD52D1121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3DC127-3B04-6530-710D-CDF6BA30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642E8-9A08-43B7-9C9C-D45DDC7423F4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C2B67-DBC0-B062-62AD-9391358B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2B5A1-132F-FF97-147E-CF33946A2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5BD1-4547-4489-9106-DCF5D8563A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512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0B2FD-816F-2A6F-955D-42637428E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920733-7EAD-BB02-6AC9-99A24139C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6FF63A-4076-12C4-47EC-54E9596F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642E8-9A08-43B7-9C9C-D45DDC7423F4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188F34-8F21-99BE-64F2-98164DEF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6F559A-8DAF-7AF0-1289-5B77C151E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5BD1-4547-4489-9106-DCF5D8563A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80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DB13F5-EA7B-AB10-AB15-4DEBD2013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76CE97-DE79-40F6-852F-54C73F826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4C2D5E-A291-5221-3B2E-32EB8EF1D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642E8-9A08-43B7-9C9C-D45DDC7423F4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81BD78-DF96-FA1C-F4B5-39B11EAD9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8FF9DA-C8CA-9B15-34F8-59D0BCE4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5BD1-4547-4489-9106-DCF5D8563A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470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A4DBF-7E05-DCF0-96F8-8B59C60A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816A32-2AA4-A3BD-2494-FC24A1FEBC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F2352C-0FEE-D9BF-3E98-3BDF6A9F4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EC46AD-231E-047B-5045-DA5A1445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642E8-9A08-43B7-9C9C-D45DDC7423F4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62C2CD-929D-4191-B356-C8814E46C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BDA7E9-B514-905A-13F2-B1D7135D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5BD1-4547-4489-9106-DCF5D8563A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332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86BBA-3C94-FE29-BCEB-A48D92EFC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7667C-C53D-B482-65CB-1A36F04A4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372F7BC-0C2F-A5F3-FACE-5A0F4644B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5DCE1F-F1EB-58C6-ED7A-BFA63BAF76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3127D7-7A94-A4F7-D27F-5228BC3CF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659F1B-5470-A01C-0D32-AA51C0D42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642E8-9A08-43B7-9C9C-D45DDC7423F4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4B3738-ADDC-4C92-48B8-C748EAA31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D4F83E-6DC0-FE8C-F9D5-E57D6283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5BD1-4547-4489-9106-DCF5D8563A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936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ED0B61-EC0F-0E5F-9D55-3E80F36FD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611F83-B3FC-E709-42E6-8E98BE36A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642E8-9A08-43B7-9C9C-D45DDC7423F4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8E5CC4-CB11-114C-EF65-BFB8EAB4F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DF4FCD-29E1-8F1A-2A0A-CC5B3710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5BD1-4547-4489-9106-DCF5D8563A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08910ED-3E45-4E91-8D99-0DDD28D60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642E8-9A08-43B7-9C9C-D45DDC7423F4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922E7B-9FC0-4919-6BD3-DE651AA9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09A2CA-8708-C381-BE9D-E7925B82E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5BD1-4547-4489-9106-DCF5D8563A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455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536B7-C6C4-C0D2-293C-9805ABD5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958111-E7FA-7140-4E11-6A5E8A004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7014F9-A481-7263-A554-264398E1B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C5721CD-B2E7-5B96-BCDC-381D2C0EC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642E8-9A08-43B7-9C9C-D45DDC7423F4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60195-4530-B27B-6CC8-28498425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A8EDE6-538E-9013-B7A5-6769A40CF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5BD1-4547-4489-9106-DCF5D8563A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811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E0636-A322-ED76-1E8C-1907A841D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A3FA479-446D-D91A-1CCE-DEE5B0901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0FCF4D7-3BE2-09FF-0647-C050A24D2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9230B7-743C-5469-929A-B3CA0A46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642E8-9A08-43B7-9C9C-D45DDC7423F4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EDB69D-C88A-AF42-B0BD-E039C7B47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074972-1735-F65F-8A0B-1AD10FD2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5BD1-4547-4489-9106-DCF5D8563A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14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2E7714-37FB-0197-D766-4ADA181CD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A5F8E6-A7C9-71B7-E6EB-A9D338A8D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4212F1-EE67-A34D-F370-46BEEEA3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642E8-9A08-43B7-9C9C-D45DDC7423F4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36AF04-EF19-748A-F01C-890621B32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64C881-13CD-0255-379D-DA062BCC1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5BD1-4547-4489-9106-DCF5D8563A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79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810845-B97C-3B16-0AEC-0EB21CC16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AD50C3-BD07-F29A-57D0-024462FEA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AFEC12-2EBA-CFF7-6B77-89073AB7F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642E8-9A08-43B7-9C9C-D45DDC7423F4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7D8631-7365-B389-8B6B-3693C1F62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EB1D59-A02E-89DA-D4D9-0B8259A59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B5BD1-4547-4489-9106-DCF5D8563A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825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DD01D1-9588-6830-6111-349959B1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63C7BE-8DA0-9E04-2619-A5306CB19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A11F83-A589-594A-A9DA-2B2B00178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E642E8-9A08-43B7-9C9C-D45DDC7423F4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10B63-DD23-1706-82CC-E3E89DB2E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1F99DE-A0A0-FC38-5C0D-F15EA8B4C6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6B5BD1-4547-4489-9106-DCF5D8563A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99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C4DB08-9505-6E91-FA12-E4F840EED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228" y="0"/>
            <a:ext cx="7917543" cy="6858000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56D27EF6-0F90-FDF3-7447-881FE848BBD5}"/>
              </a:ext>
            </a:extLst>
          </p:cNvPr>
          <p:cNvCxnSpPr/>
          <p:nvPr/>
        </p:nvCxnSpPr>
        <p:spPr>
          <a:xfrm>
            <a:off x="2388053" y="3873500"/>
            <a:ext cx="0" cy="189865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1570D1A-D95F-DB48-3E91-4CE89568D0C1}"/>
              </a:ext>
            </a:extLst>
          </p:cNvPr>
          <p:cNvSpPr txBox="1"/>
          <p:nvPr/>
        </p:nvSpPr>
        <p:spPr>
          <a:xfrm>
            <a:off x="2388053" y="4695867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3300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270985C-A733-A57E-4C7E-07E32F68613B}"/>
              </a:ext>
            </a:extLst>
          </p:cNvPr>
          <p:cNvCxnSpPr>
            <a:cxnSpLocks/>
          </p:cNvCxnSpPr>
          <p:nvPr/>
        </p:nvCxnSpPr>
        <p:spPr>
          <a:xfrm>
            <a:off x="4584700" y="4451350"/>
            <a:ext cx="0" cy="132080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D3CC30A-2B21-DAFA-78AA-C2DC051978FE}"/>
              </a:ext>
            </a:extLst>
          </p:cNvPr>
          <p:cNvSpPr txBox="1"/>
          <p:nvPr/>
        </p:nvSpPr>
        <p:spPr>
          <a:xfrm>
            <a:off x="4147003" y="4984792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2300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33CC3D3-4FB6-5A5B-0243-79F43FA90ADF}"/>
              </a:ext>
            </a:extLst>
          </p:cNvPr>
          <p:cNvCxnSpPr>
            <a:cxnSpLocks/>
          </p:cNvCxnSpPr>
          <p:nvPr/>
        </p:nvCxnSpPr>
        <p:spPr>
          <a:xfrm>
            <a:off x="4699453" y="4451350"/>
            <a:ext cx="0" cy="203200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7547B01-92C5-FA39-B5D4-24DC1440696E}"/>
              </a:ext>
            </a:extLst>
          </p:cNvPr>
          <p:cNvSpPr txBox="1"/>
          <p:nvPr/>
        </p:nvSpPr>
        <p:spPr>
          <a:xfrm>
            <a:off x="4658631" y="5340392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3550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89F320C-9482-674A-FCCF-7FF4D223CC48}"/>
              </a:ext>
            </a:extLst>
          </p:cNvPr>
          <p:cNvCxnSpPr>
            <a:cxnSpLocks/>
          </p:cNvCxnSpPr>
          <p:nvPr/>
        </p:nvCxnSpPr>
        <p:spPr>
          <a:xfrm>
            <a:off x="8338003" y="4695867"/>
            <a:ext cx="0" cy="70798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AF7FAC0-1B50-0B88-9FB3-9F8D8E4C6541}"/>
              </a:ext>
            </a:extLst>
          </p:cNvPr>
          <p:cNvSpPr txBox="1"/>
          <p:nvPr/>
        </p:nvSpPr>
        <p:spPr>
          <a:xfrm>
            <a:off x="7884431" y="4922900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1200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BB5E1DD-553C-A053-E242-C4EE3093E8F9}"/>
              </a:ext>
            </a:extLst>
          </p:cNvPr>
          <p:cNvCxnSpPr>
            <a:cxnSpLocks/>
          </p:cNvCxnSpPr>
          <p:nvPr/>
        </p:nvCxnSpPr>
        <p:spPr>
          <a:xfrm>
            <a:off x="7175953" y="5775367"/>
            <a:ext cx="0" cy="70798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35AD818-B64D-8390-C772-6CC49DB56EC7}"/>
              </a:ext>
            </a:extLst>
          </p:cNvPr>
          <p:cNvSpPr txBox="1"/>
          <p:nvPr/>
        </p:nvSpPr>
        <p:spPr>
          <a:xfrm>
            <a:off x="6721928" y="6002400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1200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F49C4EA-F08C-AE37-9476-3E1756B410D0}"/>
              </a:ext>
            </a:extLst>
          </p:cNvPr>
          <p:cNvCxnSpPr>
            <a:cxnSpLocks/>
          </p:cNvCxnSpPr>
          <p:nvPr/>
        </p:nvCxnSpPr>
        <p:spPr>
          <a:xfrm>
            <a:off x="9309553" y="2244767"/>
            <a:ext cx="0" cy="101913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809C056-A350-F45A-9412-38C35E2221C6}"/>
              </a:ext>
            </a:extLst>
          </p:cNvPr>
          <p:cNvSpPr txBox="1"/>
          <p:nvPr/>
        </p:nvSpPr>
        <p:spPr>
          <a:xfrm>
            <a:off x="8868681" y="262737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1800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578E821-08AE-B702-8E76-733B5E8D6ECF}"/>
              </a:ext>
            </a:extLst>
          </p:cNvPr>
          <p:cNvCxnSpPr>
            <a:cxnSpLocks/>
          </p:cNvCxnSpPr>
          <p:nvPr/>
        </p:nvCxnSpPr>
        <p:spPr>
          <a:xfrm>
            <a:off x="9309553" y="708067"/>
            <a:ext cx="0" cy="101913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D70B7A4-1DC8-F434-EF73-F8764D1DBB4F}"/>
              </a:ext>
            </a:extLst>
          </p:cNvPr>
          <p:cNvSpPr txBox="1"/>
          <p:nvPr/>
        </p:nvSpPr>
        <p:spPr>
          <a:xfrm>
            <a:off x="8868681" y="109067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1800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336D83F-C23B-FC6B-EA6C-6C07CD91F434}"/>
              </a:ext>
            </a:extLst>
          </p:cNvPr>
          <p:cNvCxnSpPr>
            <a:cxnSpLocks/>
          </p:cNvCxnSpPr>
          <p:nvPr/>
        </p:nvCxnSpPr>
        <p:spPr>
          <a:xfrm>
            <a:off x="7341053" y="384217"/>
            <a:ext cx="0" cy="115248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D311A48-5DF3-5FB7-5A9A-B5F974450DB3}"/>
              </a:ext>
            </a:extLst>
          </p:cNvPr>
          <p:cNvSpPr txBox="1"/>
          <p:nvPr/>
        </p:nvSpPr>
        <p:spPr>
          <a:xfrm>
            <a:off x="7306581" y="88747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2000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39AD6F4-3FDC-EA2D-1AD0-D8093893D528}"/>
              </a:ext>
            </a:extLst>
          </p:cNvPr>
          <p:cNvCxnSpPr>
            <a:cxnSpLocks/>
          </p:cNvCxnSpPr>
          <p:nvPr/>
        </p:nvCxnSpPr>
        <p:spPr>
          <a:xfrm>
            <a:off x="9446983" y="384217"/>
            <a:ext cx="0" cy="165413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76A1A43-424A-D894-01E2-112B36E98008}"/>
              </a:ext>
            </a:extLst>
          </p:cNvPr>
          <p:cNvSpPr txBox="1"/>
          <p:nvPr/>
        </p:nvSpPr>
        <p:spPr>
          <a:xfrm>
            <a:off x="9412511" y="1095500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2850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1331869-360E-3CAB-1E89-8364A74D12DB}"/>
              </a:ext>
            </a:extLst>
          </p:cNvPr>
          <p:cNvCxnSpPr>
            <a:cxnSpLocks/>
          </p:cNvCxnSpPr>
          <p:nvPr/>
        </p:nvCxnSpPr>
        <p:spPr>
          <a:xfrm>
            <a:off x="9446983" y="2133600"/>
            <a:ext cx="0" cy="137160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1765F2B-8A60-1EA3-BEB5-17B960CAE6EB}"/>
              </a:ext>
            </a:extLst>
          </p:cNvPr>
          <p:cNvSpPr txBox="1"/>
          <p:nvPr/>
        </p:nvSpPr>
        <p:spPr>
          <a:xfrm>
            <a:off x="9412511" y="262737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2400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AAFCC40-4401-D1F8-9586-1B7190D2A2B9}"/>
              </a:ext>
            </a:extLst>
          </p:cNvPr>
          <p:cNvCxnSpPr>
            <a:cxnSpLocks/>
          </p:cNvCxnSpPr>
          <p:nvPr/>
        </p:nvCxnSpPr>
        <p:spPr>
          <a:xfrm>
            <a:off x="7341053" y="2351191"/>
            <a:ext cx="0" cy="64922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C41B2D6-D71B-50AD-E1B0-CE5005E6D5CD}"/>
              </a:ext>
            </a:extLst>
          </p:cNvPr>
          <p:cNvSpPr txBox="1"/>
          <p:nvPr/>
        </p:nvSpPr>
        <p:spPr>
          <a:xfrm>
            <a:off x="7306581" y="254812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1150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3A20677-03A3-9F6F-E453-D17E7951D9DE}"/>
              </a:ext>
            </a:extLst>
          </p:cNvPr>
          <p:cNvCxnSpPr>
            <a:cxnSpLocks/>
          </p:cNvCxnSpPr>
          <p:nvPr/>
        </p:nvCxnSpPr>
        <p:spPr>
          <a:xfrm>
            <a:off x="8529862" y="3683000"/>
            <a:ext cx="0" cy="39522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7DAB98E-B79C-C187-07A7-D2A58BA36519}"/>
              </a:ext>
            </a:extLst>
          </p:cNvPr>
          <p:cNvSpPr txBox="1"/>
          <p:nvPr/>
        </p:nvSpPr>
        <p:spPr>
          <a:xfrm>
            <a:off x="8125731" y="3753654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645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0B92E8FF-EF62-AFD4-2F6B-E35AB62108CE}"/>
              </a:ext>
            </a:extLst>
          </p:cNvPr>
          <p:cNvCxnSpPr>
            <a:cxnSpLocks/>
          </p:cNvCxnSpPr>
          <p:nvPr/>
        </p:nvCxnSpPr>
        <p:spPr>
          <a:xfrm>
            <a:off x="9761762" y="4126780"/>
            <a:ext cx="0" cy="19761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051585F-78C1-E27C-43F1-DCA365644D42}"/>
              </a:ext>
            </a:extLst>
          </p:cNvPr>
          <p:cNvSpPr txBox="1"/>
          <p:nvPr/>
        </p:nvSpPr>
        <p:spPr>
          <a:xfrm>
            <a:off x="9803947" y="4098628"/>
            <a:ext cx="501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355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8479A1E-6B38-2AFC-73CB-DC5F042A57BD}"/>
              </a:ext>
            </a:extLst>
          </p:cNvPr>
          <p:cNvCxnSpPr>
            <a:cxnSpLocks/>
          </p:cNvCxnSpPr>
          <p:nvPr/>
        </p:nvCxnSpPr>
        <p:spPr>
          <a:xfrm>
            <a:off x="9761762" y="4352544"/>
            <a:ext cx="0" cy="49250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FEBC01D2-800D-18D1-C0B9-4273535B287D}"/>
              </a:ext>
            </a:extLst>
          </p:cNvPr>
          <p:cNvSpPr txBox="1"/>
          <p:nvPr/>
        </p:nvSpPr>
        <p:spPr>
          <a:xfrm>
            <a:off x="9803947" y="4467561"/>
            <a:ext cx="501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730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BAF8FAC-9FEC-E35A-AA3E-24FE4FADE8BE}"/>
              </a:ext>
            </a:extLst>
          </p:cNvPr>
          <p:cNvCxnSpPr>
            <a:cxnSpLocks/>
          </p:cNvCxnSpPr>
          <p:nvPr/>
        </p:nvCxnSpPr>
        <p:spPr>
          <a:xfrm>
            <a:off x="9761762" y="4845050"/>
            <a:ext cx="0" cy="49246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D8C9E37-C323-BE21-AC9F-316223D959DE}"/>
              </a:ext>
            </a:extLst>
          </p:cNvPr>
          <p:cNvSpPr txBox="1"/>
          <p:nvPr/>
        </p:nvSpPr>
        <p:spPr>
          <a:xfrm>
            <a:off x="9803947" y="4971459"/>
            <a:ext cx="501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895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15F0617-34F1-151B-A237-9A20DADB97FD}"/>
              </a:ext>
            </a:extLst>
          </p:cNvPr>
          <p:cNvCxnSpPr>
            <a:cxnSpLocks/>
          </p:cNvCxnSpPr>
          <p:nvPr/>
        </p:nvCxnSpPr>
        <p:spPr>
          <a:xfrm>
            <a:off x="9761762" y="5340392"/>
            <a:ext cx="0" cy="45525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88387EBE-AC04-F261-3C2A-11CFD0F6374E}"/>
              </a:ext>
            </a:extLst>
          </p:cNvPr>
          <p:cNvSpPr txBox="1"/>
          <p:nvPr/>
        </p:nvSpPr>
        <p:spPr>
          <a:xfrm>
            <a:off x="9803947" y="5467350"/>
            <a:ext cx="501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730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6200EC4-42FF-E2F8-B1F0-4D137AA8B64D}"/>
              </a:ext>
            </a:extLst>
          </p:cNvPr>
          <p:cNvCxnSpPr>
            <a:cxnSpLocks/>
          </p:cNvCxnSpPr>
          <p:nvPr/>
        </p:nvCxnSpPr>
        <p:spPr>
          <a:xfrm>
            <a:off x="7322005" y="5960766"/>
            <a:ext cx="0" cy="59308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0A6B4B9-49EE-B512-EDDE-F7CD7F7D8070}"/>
              </a:ext>
            </a:extLst>
          </p:cNvPr>
          <p:cNvSpPr txBox="1"/>
          <p:nvPr/>
        </p:nvSpPr>
        <p:spPr>
          <a:xfrm>
            <a:off x="7261679" y="6133230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1010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01E58FC-E44D-CC25-0712-9D0055A230C6}"/>
              </a:ext>
            </a:extLst>
          </p:cNvPr>
          <p:cNvCxnSpPr>
            <a:cxnSpLocks/>
          </p:cNvCxnSpPr>
          <p:nvPr/>
        </p:nvCxnSpPr>
        <p:spPr>
          <a:xfrm>
            <a:off x="7629978" y="2124157"/>
            <a:ext cx="0" cy="22703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C9D02FE-D646-6654-C8E1-7C940AA0258B}"/>
              </a:ext>
            </a:extLst>
          </p:cNvPr>
          <p:cNvSpPr txBox="1"/>
          <p:nvPr/>
        </p:nvSpPr>
        <p:spPr>
          <a:xfrm>
            <a:off x="7644947" y="2124241"/>
            <a:ext cx="3440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78585F3-1C41-88D5-16AF-E6D066CF6A7B}"/>
              </a:ext>
            </a:extLst>
          </p:cNvPr>
          <p:cNvSpPr txBox="1"/>
          <p:nvPr/>
        </p:nvSpPr>
        <p:spPr>
          <a:xfrm>
            <a:off x="2676978" y="5556037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1450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97C5966-FE34-DA20-D884-999BE8650ED8}"/>
              </a:ext>
            </a:extLst>
          </p:cNvPr>
          <p:cNvCxnSpPr>
            <a:cxnSpLocks/>
          </p:cNvCxnSpPr>
          <p:nvPr/>
        </p:nvCxnSpPr>
        <p:spPr>
          <a:xfrm flipH="1">
            <a:off x="2438400" y="5822950"/>
            <a:ext cx="84455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61DB1DE4-E76A-87BD-9A4E-E1FA8493B33C}"/>
              </a:ext>
            </a:extLst>
          </p:cNvPr>
          <p:cNvSpPr txBox="1"/>
          <p:nvPr/>
        </p:nvSpPr>
        <p:spPr>
          <a:xfrm>
            <a:off x="3594780" y="556780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1700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B5B54548-86F2-4B98-CCCA-3AE08E1ED208}"/>
              </a:ext>
            </a:extLst>
          </p:cNvPr>
          <p:cNvCxnSpPr>
            <a:cxnSpLocks/>
          </p:cNvCxnSpPr>
          <p:nvPr/>
        </p:nvCxnSpPr>
        <p:spPr>
          <a:xfrm flipH="1">
            <a:off x="3284309" y="5822950"/>
            <a:ext cx="102099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359F516D-CCD7-2583-0143-6F6C78D95F26}"/>
              </a:ext>
            </a:extLst>
          </p:cNvPr>
          <p:cNvCxnSpPr>
            <a:cxnSpLocks/>
          </p:cNvCxnSpPr>
          <p:nvPr/>
        </p:nvCxnSpPr>
        <p:spPr>
          <a:xfrm flipH="1">
            <a:off x="4306659" y="5822950"/>
            <a:ext cx="23359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220EB3B-26FB-FB49-8917-57149D7A6595}"/>
              </a:ext>
            </a:extLst>
          </p:cNvPr>
          <p:cNvSpPr txBox="1"/>
          <p:nvPr/>
        </p:nvSpPr>
        <p:spPr>
          <a:xfrm>
            <a:off x="4212545" y="556780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651C7022-EAAF-5730-D75F-9FF950FDAB21}"/>
              </a:ext>
            </a:extLst>
          </p:cNvPr>
          <p:cNvCxnSpPr>
            <a:cxnSpLocks/>
          </p:cNvCxnSpPr>
          <p:nvPr/>
        </p:nvCxnSpPr>
        <p:spPr>
          <a:xfrm flipH="1">
            <a:off x="4695142" y="6515333"/>
            <a:ext cx="265569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6CB2C8B-EB7E-CC73-9012-ED7795A683E8}"/>
              </a:ext>
            </a:extLst>
          </p:cNvPr>
          <p:cNvSpPr txBox="1"/>
          <p:nvPr/>
        </p:nvSpPr>
        <p:spPr>
          <a:xfrm>
            <a:off x="4671786" y="6260188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8E147D46-9238-F0E9-FC48-851D8D0BB2DE}"/>
              </a:ext>
            </a:extLst>
          </p:cNvPr>
          <p:cNvCxnSpPr>
            <a:cxnSpLocks/>
          </p:cNvCxnSpPr>
          <p:nvPr/>
        </p:nvCxnSpPr>
        <p:spPr>
          <a:xfrm flipH="1">
            <a:off x="6901767" y="6515333"/>
            <a:ext cx="23359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3342AC1-07C4-2C5D-38DF-DA24B8D3043B}"/>
              </a:ext>
            </a:extLst>
          </p:cNvPr>
          <p:cNvSpPr txBox="1"/>
          <p:nvPr/>
        </p:nvSpPr>
        <p:spPr>
          <a:xfrm>
            <a:off x="6807653" y="6260188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53215500-E515-43DE-1187-6E7595F92334}"/>
              </a:ext>
            </a:extLst>
          </p:cNvPr>
          <p:cNvCxnSpPr>
            <a:cxnSpLocks/>
          </p:cNvCxnSpPr>
          <p:nvPr/>
        </p:nvCxnSpPr>
        <p:spPr>
          <a:xfrm flipH="1">
            <a:off x="7135358" y="5811816"/>
            <a:ext cx="89739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27E2BFC-9064-20CF-537E-FBA7FF8DEBA5}"/>
              </a:ext>
            </a:extLst>
          </p:cNvPr>
          <p:cNvSpPr txBox="1"/>
          <p:nvPr/>
        </p:nvSpPr>
        <p:spPr>
          <a:xfrm>
            <a:off x="7385503" y="556780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1650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C6D5DCF3-B816-F121-FE59-0445B0E69C5E}"/>
              </a:ext>
            </a:extLst>
          </p:cNvPr>
          <p:cNvCxnSpPr>
            <a:cxnSpLocks/>
          </p:cNvCxnSpPr>
          <p:nvPr/>
        </p:nvCxnSpPr>
        <p:spPr>
          <a:xfrm flipH="1">
            <a:off x="8062004" y="5811816"/>
            <a:ext cx="101849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0B266AF5-F6AC-8F3C-3ED8-F9E069C8709B}"/>
              </a:ext>
            </a:extLst>
          </p:cNvPr>
          <p:cNvSpPr txBox="1"/>
          <p:nvPr/>
        </p:nvSpPr>
        <p:spPr>
          <a:xfrm>
            <a:off x="8347301" y="5602306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1700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993878BF-2170-BACC-D02A-B1C1AF6CFDF3}"/>
              </a:ext>
            </a:extLst>
          </p:cNvPr>
          <p:cNvCxnSpPr>
            <a:cxnSpLocks/>
          </p:cNvCxnSpPr>
          <p:nvPr/>
        </p:nvCxnSpPr>
        <p:spPr>
          <a:xfrm flipH="1">
            <a:off x="8062004" y="6596656"/>
            <a:ext cx="101849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10FDEB3-807A-E54B-2614-6035E4CF2A90}"/>
              </a:ext>
            </a:extLst>
          </p:cNvPr>
          <p:cNvSpPr txBox="1"/>
          <p:nvPr/>
        </p:nvSpPr>
        <p:spPr>
          <a:xfrm>
            <a:off x="8347301" y="6387146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1700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E1449AA4-E938-DDA5-C883-2451E236E0EB}"/>
              </a:ext>
            </a:extLst>
          </p:cNvPr>
          <p:cNvCxnSpPr>
            <a:cxnSpLocks/>
          </p:cNvCxnSpPr>
          <p:nvPr/>
        </p:nvCxnSpPr>
        <p:spPr>
          <a:xfrm flipH="1">
            <a:off x="7280954" y="3662956"/>
            <a:ext cx="118132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4DA5FE85-27D1-4C80-ABE9-099DBDA0DF9E}"/>
              </a:ext>
            </a:extLst>
          </p:cNvPr>
          <p:cNvSpPr txBox="1"/>
          <p:nvPr/>
        </p:nvSpPr>
        <p:spPr>
          <a:xfrm>
            <a:off x="7649481" y="3643906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2100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68C24374-6826-310C-AF8E-4C22985DB291}"/>
              </a:ext>
            </a:extLst>
          </p:cNvPr>
          <p:cNvCxnSpPr>
            <a:cxnSpLocks/>
          </p:cNvCxnSpPr>
          <p:nvPr/>
        </p:nvCxnSpPr>
        <p:spPr>
          <a:xfrm flipH="1">
            <a:off x="7280954" y="3555006"/>
            <a:ext cx="196464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EEDA1FA-7D70-7175-694D-5C3E85C4D6B9}"/>
              </a:ext>
            </a:extLst>
          </p:cNvPr>
          <p:cNvSpPr txBox="1"/>
          <p:nvPr/>
        </p:nvSpPr>
        <p:spPr>
          <a:xfrm>
            <a:off x="8017554" y="327465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3200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F15FA71-BAB0-404F-4E42-3500F45CEF65}"/>
              </a:ext>
            </a:extLst>
          </p:cNvPr>
          <p:cNvCxnSpPr>
            <a:cxnSpLocks/>
          </p:cNvCxnSpPr>
          <p:nvPr/>
        </p:nvCxnSpPr>
        <p:spPr>
          <a:xfrm flipH="1">
            <a:off x="7341053" y="333756"/>
            <a:ext cx="190454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FAB32269-B58D-BC2C-AEE6-99B7C06E6A1F}"/>
              </a:ext>
            </a:extLst>
          </p:cNvPr>
          <p:cNvSpPr txBox="1"/>
          <p:nvPr/>
        </p:nvSpPr>
        <p:spPr>
          <a:xfrm>
            <a:off x="8083774" y="324612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3200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F61DEC24-F129-6101-58EE-9698A0B5F594}"/>
              </a:ext>
            </a:extLst>
          </p:cNvPr>
          <p:cNvCxnSpPr>
            <a:cxnSpLocks/>
          </p:cNvCxnSpPr>
          <p:nvPr/>
        </p:nvCxnSpPr>
        <p:spPr>
          <a:xfrm flipH="1">
            <a:off x="7322005" y="2350329"/>
            <a:ext cx="31795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E599F7BB-E79A-2021-B45F-43B9A9CF0C1D}"/>
              </a:ext>
            </a:extLst>
          </p:cNvPr>
          <p:cNvSpPr txBox="1"/>
          <p:nvPr/>
        </p:nvSpPr>
        <p:spPr>
          <a:xfrm>
            <a:off x="7356022" y="234118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48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17265F71-865A-8DF3-28BD-4972E5F112AD}"/>
              </a:ext>
            </a:extLst>
          </p:cNvPr>
          <p:cNvCxnSpPr>
            <a:cxnSpLocks/>
          </p:cNvCxnSpPr>
          <p:nvPr/>
        </p:nvCxnSpPr>
        <p:spPr>
          <a:xfrm flipH="1">
            <a:off x="7629978" y="2097806"/>
            <a:ext cx="161562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C50A4628-E19F-480F-4606-02C44577A0A7}"/>
              </a:ext>
            </a:extLst>
          </p:cNvPr>
          <p:cNvSpPr txBox="1"/>
          <p:nvPr/>
        </p:nvSpPr>
        <p:spPr>
          <a:xfrm>
            <a:off x="8083774" y="2088662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2700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F08E8F88-975A-52E6-0C64-0B9138AB745B}"/>
              </a:ext>
            </a:extLst>
          </p:cNvPr>
          <p:cNvCxnSpPr>
            <a:cxnSpLocks/>
          </p:cNvCxnSpPr>
          <p:nvPr/>
        </p:nvCxnSpPr>
        <p:spPr>
          <a:xfrm flipH="1">
            <a:off x="8303986" y="4757148"/>
            <a:ext cx="357638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1B02656-57F0-AE4B-4A52-FBE2D57A7811}"/>
              </a:ext>
            </a:extLst>
          </p:cNvPr>
          <p:cNvSpPr txBox="1"/>
          <p:nvPr/>
        </p:nvSpPr>
        <p:spPr>
          <a:xfrm>
            <a:off x="8306479" y="4500438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650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6AE67BBC-13EB-ABF4-851E-BD42EE5B9155}"/>
              </a:ext>
            </a:extLst>
          </p:cNvPr>
          <p:cNvCxnSpPr>
            <a:cxnSpLocks/>
          </p:cNvCxnSpPr>
          <p:nvPr/>
        </p:nvCxnSpPr>
        <p:spPr>
          <a:xfrm flipH="1">
            <a:off x="8500154" y="4061589"/>
            <a:ext cx="50414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CF4654FC-8CBD-BBA9-4ABE-4314D5839E02}"/>
              </a:ext>
            </a:extLst>
          </p:cNvPr>
          <p:cNvSpPr txBox="1"/>
          <p:nvPr/>
        </p:nvSpPr>
        <p:spPr>
          <a:xfrm>
            <a:off x="8512967" y="4042539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1200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9CBA99BF-F535-0A5F-1098-4B5A389FD5D7}"/>
              </a:ext>
            </a:extLst>
          </p:cNvPr>
          <p:cNvCxnSpPr>
            <a:cxnSpLocks/>
          </p:cNvCxnSpPr>
          <p:nvPr/>
        </p:nvCxnSpPr>
        <p:spPr>
          <a:xfrm flipH="1">
            <a:off x="9007587" y="4061589"/>
            <a:ext cx="199913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4D1207F-4A37-6244-DE99-35FD6E689A67}"/>
              </a:ext>
            </a:extLst>
          </p:cNvPr>
          <p:cNvSpPr txBox="1"/>
          <p:nvPr/>
        </p:nvSpPr>
        <p:spPr>
          <a:xfrm>
            <a:off x="8916080" y="4050706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356DAE0E-1294-9BAA-47F2-3D05B72663BE}"/>
              </a:ext>
            </a:extLst>
          </p:cNvPr>
          <p:cNvCxnSpPr>
            <a:cxnSpLocks/>
          </p:cNvCxnSpPr>
          <p:nvPr/>
        </p:nvCxnSpPr>
        <p:spPr>
          <a:xfrm flipH="1">
            <a:off x="3930083" y="3849709"/>
            <a:ext cx="61016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B7878ABC-0D08-E3BC-50D4-D7FBE00BBF5B}"/>
              </a:ext>
            </a:extLst>
          </p:cNvPr>
          <p:cNvSpPr txBox="1"/>
          <p:nvPr/>
        </p:nvSpPr>
        <p:spPr>
          <a:xfrm>
            <a:off x="3987120" y="3830659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1060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01AB5D34-8DF6-8E74-5FB8-25E08CEA1AFF}"/>
              </a:ext>
            </a:extLst>
          </p:cNvPr>
          <p:cNvCxnSpPr>
            <a:cxnSpLocks/>
          </p:cNvCxnSpPr>
          <p:nvPr/>
        </p:nvCxnSpPr>
        <p:spPr>
          <a:xfrm flipH="1">
            <a:off x="4717313" y="3849709"/>
            <a:ext cx="183588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BFAB8BF9-DB22-ABF0-4EDA-F105F68FBD76}"/>
              </a:ext>
            </a:extLst>
          </p:cNvPr>
          <p:cNvSpPr txBox="1"/>
          <p:nvPr/>
        </p:nvSpPr>
        <p:spPr>
          <a:xfrm>
            <a:off x="5497058" y="3830659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3150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189BD781-23DB-0F54-D2EC-BC8CDC31DD40}"/>
              </a:ext>
            </a:extLst>
          </p:cNvPr>
          <p:cNvCxnSpPr>
            <a:cxnSpLocks/>
          </p:cNvCxnSpPr>
          <p:nvPr/>
        </p:nvCxnSpPr>
        <p:spPr>
          <a:xfrm flipH="1">
            <a:off x="4995636" y="6515799"/>
            <a:ext cx="190613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26FFEAE5-C48C-C0DA-AAC8-9AA41CC965CC}"/>
              </a:ext>
            </a:extLst>
          </p:cNvPr>
          <p:cNvSpPr txBox="1"/>
          <p:nvPr/>
        </p:nvSpPr>
        <p:spPr>
          <a:xfrm>
            <a:off x="5697081" y="6260188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3300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C991D36F-3BE5-FBD2-CD27-416930B2C6BF}"/>
              </a:ext>
            </a:extLst>
          </p:cNvPr>
          <p:cNvCxnSpPr>
            <a:cxnSpLocks/>
          </p:cNvCxnSpPr>
          <p:nvPr/>
        </p:nvCxnSpPr>
        <p:spPr>
          <a:xfrm flipH="1">
            <a:off x="4695142" y="6642757"/>
            <a:ext cx="244021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D4AB6E4C-5DA4-A4EC-F90D-479B74FC51BD}"/>
              </a:ext>
            </a:extLst>
          </p:cNvPr>
          <p:cNvSpPr txBox="1"/>
          <p:nvPr/>
        </p:nvSpPr>
        <p:spPr>
          <a:xfrm>
            <a:off x="5697081" y="659360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4100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79F803D9-A837-4730-8ED6-EF3A532B3768}"/>
              </a:ext>
            </a:extLst>
          </p:cNvPr>
          <p:cNvCxnSpPr>
            <a:cxnSpLocks/>
          </p:cNvCxnSpPr>
          <p:nvPr/>
        </p:nvCxnSpPr>
        <p:spPr>
          <a:xfrm flipH="1">
            <a:off x="2445089" y="3849709"/>
            <a:ext cx="89501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A1B7E74B-3BDF-09F7-0EC5-680395C75109}"/>
              </a:ext>
            </a:extLst>
          </p:cNvPr>
          <p:cNvSpPr txBox="1"/>
          <p:nvPr/>
        </p:nvSpPr>
        <p:spPr>
          <a:xfrm>
            <a:off x="2647269" y="3830659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1600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2A8AB8EA-361B-1F23-87D0-0E6BE1990C77}"/>
              </a:ext>
            </a:extLst>
          </p:cNvPr>
          <p:cNvCxnSpPr>
            <a:cxnSpLocks/>
          </p:cNvCxnSpPr>
          <p:nvPr/>
        </p:nvCxnSpPr>
        <p:spPr>
          <a:xfrm flipH="1">
            <a:off x="3334089" y="2865459"/>
            <a:ext cx="595994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955ECD8A-C907-0779-C770-3E0FE44594C3}"/>
              </a:ext>
            </a:extLst>
          </p:cNvPr>
          <p:cNvSpPr txBox="1"/>
          <p:nvPr/>
        </p:nvSpPr>
        <p:spPr>
          <a:xfrm>
            <a:off x="3428320" y="2846409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950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9F185D42-FB7F-438A-2A5E-6C58D7B16E06}"/>
              </a:ext>
            </a:extLst>
          </p:cNvPr>
          <p:cNvCxnSpPr>
            <a:cxnSpLocks/>
          </p:cNvCxnSpPr>
          <p:nvPr/>
        </p:nvCxnSpPr>
        <p:spPr>
          <a:xfrm>
            <a:off x="7848377" y="6070600"/>
            <a:ext cx="0" cy="48325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1E7B3BB6-91B5-1B0B-7A25-3B78A29BEB09}"/>
              </a:ext>
            </a:extLst>
          </p:cNvPr>
          <p:cNvSpPr txBox="1"/>
          <p:nvPr/>
        </p:nvSpPr>
        <p:spPr>
          <a:xfrm>
            <a:off x="7788051" y="619558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780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FB042F12-206F-8008-F243-B3337729DA5F}"/>
              </a:ext>
            </a:extLst>
          </p:cNvPr>
          <p:cNvCxnSpPr>
            <a:cxnSpLocks/>
          </p:cNvCxnSpPr>
          <p:nvPr/>
        </p:nvCxnSpPr>
        <p:spPr>
          <a:xfrm flipH="1">
            <a:off x="7341053" y="6565773"/>
            <a:ext cx="51389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AEAA94CE-B699-D54F-60F0-B169E23DA21B}"/>
              </a:ext>
            </a:extLst>
          </p:cNvPr>
          <p:cNvSpPr txBox="1"/>
          <p:nvPr/>
        </p:nvSpPr>
        <p:spPr>
          <a:xfrm>
            <a:off x="7385503" y="6321762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860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477820C1-D7ED-44D1-7F85-58F62E0F960E}"/>
              </a:ext>
            </a:extLst>
          </p:cNvPr>
          <p:cNvSpPr/>
          <p:nvPr/>
        </p:nvSpPr>
        <p:spPr>
          <a:xfrm>
            <a:off x="7356022" y="6083300"/>
            <a:ext cx="60778" cy="9525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3CDEBDAB-806C-BBB3-A46D-DBF1D5E7F98E}"/>
              </a:ext>
            </a:extLst>
          </p:cNvPr>
          <p:cNvCxnSpPr>
            <a:cxnSpLocks/>
            <a:stCxn id="138" idx="3"/>
            <a:endCxn id="141" idx="1"/>
          </p:cNvCxnSpPr>
          <p:nvPr/>
        </p:nvCxnSpPr>
        <p:spPr>
          <a:xfrm flipV="1">
            <a:off x="7416800" y="5891064"/>
            <a:ext cx="2842874" cy="23986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0CB014F-D9B5-027F-72E3-C008B77B2800}"/>
              </a:ext>
            </a:extLst>
          </p:cNvPr>
          <p:cNvSpPr txBox="1"/>
          <p:nvPr/>
        </p:nvSpPr>
        <p:spPr>
          <a:xfrm>
            <a:off x="10259674" y="5691009"/>
            <a:ext cx="696119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수도꼭지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130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081002BC-28D0-5441-4B79-9C530EB5BCD6}"/>
              </a:ext>
            </a:extLst>
          </p:cNvPr>
          <p:cNvSpPr/>
          <p:nvPr/>
        </p:nvSpPr>
        <p:spPr>
          <a:xfrm rot="5400000">
            <a:off x="9297190" y="4306353"/>
            <a:ext cx="343127" cy="29749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54704E23-8021-49E9-2466-0CF24AE8AB10}"/>
              </a:ext>
            </a:extLst>
          </p:cNvPr>
          <p:cNvCxnSpPr>
            <a:cxnSpLocks/>
            <a:stCxn id="146" idx="3"/>
            <a:endCxn id="150" idx="1"/>
          </p:cNvCxnSpPr>
          <p:nvPr/>
        </p:nvCxnSpPr>
        <p:spPr>
          <a:xfrm flipV="1">
            <a:off x="9468753" y="3628598"/>
            <a:ext cx="763621" cy="998068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C1871DF-31F8-9110-DE6F-2B7AEB3BCCE3}"/>
              </a:ext>
            </a:extLst>
          </p:cNvPr>
          <p:cNvSpPr txBox="1"/>
          <p:nvPr/>
        </p:nvSpPr>
        <p:spPr>
          <a:xfrm>
            <a:off x="10232374" y="3274655"/>
            <a:ext cx="1175598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식기세척기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너비 </a:t>
            </a:r>
            <a:r>
              <a:rPr lang="en-US" altLang="ko-KR" sz="1000" dirty="0">
                <a:solidFill>
                  <a:srgbClr val="FF0000"/>
                </a:solidFill>
              </a:rPr>
              <a:t>: 600 x 645</a:t>
            </a:r>
          </a:p>
          <a:p>
            <a:r>
              <a:rPr lang="ko-KR" altLang="en-US" sz="1000" dirty="0">
                <a:solidFill>
                  <a:srgbClr val="FF0000"/>
                </a:solidFill>
              </a:rPr>
              <a:t>높이 </a:t>
            </a:r>
            <a:r>
              <a:rPr lang="en-US" altLang="ko-KR" sz="1000" dirty="0">
                <a:solidFill>
                  <a:srgbClr val="FF0000"/>
                </a:solidFill>
              </a:rPr>
              <a:t>: 810</a:t>
            </a:r>
          </a:p>
          <a:p>
            <a:r>
              <a:rPr lang="ko-KR" altLang="en-US" sz="1000" dirty="0">
                <a:solidFill>
                  <a:srgbClr val="FF0000"/>
                </a:solidFill>
              </a:rPr>
              <a:t>걸레받이 </a:t>
            </a:r>
            <a:r>
              <a:rPr lang="en-US" altLang="ko-KR" sz="1000" dirty="0">
                <a:solidFill>
                  <a:srgbClr val="FF0000"/>
                </a:solidFill>
              </a:rPr>
              <a:t>: 145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07DF85-9A06-5462-4884-FBE7EAE25177}"/>
              </a:ext>
            </a:extLst>
          </p:cNvPr>
          <p:cNvSpPr txBox="1"/>
          <p:nvPr/>
        </p:nvSpPr>
        <p:spPr>
          <a:xfrm>
            <a:off x="7968261" y="1017578"/>
            <a:ext cx="762991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천장 높이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2350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D51501-B3D0-B8F2-2EA7-DEE002FD8235}"/>
              </a:ext>
            </a:extLst>
          </p:cNvPr>
          <p:cNvSpPr/>
          <p:nvPr/>
        </p:nvSpPr>
        <p:spPr>
          <a:xfrm rot="5400000">
            <a:off x="7223175" y="1359436"/>
            <a:ext cx="45719" cy="9342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AEB8A7-62C3-433E-5D87-8D35B2EA4C67}"/>
              </a:ext>
            </a:extLst>
          </p:cNvPr>
          <p:cNvSpPr/>
          <p:nvPr/>
        </p:nvSpPr>
        <p:spPr>
          <a:xfrm rot="5400000">
            <a:off x="7271482" y="3690721"/>
            <a:ext cx="45719" cy="9342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95DA1C-9C85-7491-08B8-38ECB112EE98}"/>
              </a:ext>
            </a:extLst>
          </p:cNvPr>
          <p:cNvSpPr txBox="1"/>
          <p:nvPr/>
        </p:nvSpPr>
        <p:spPr>
          <a:xfrm>
            <a:off x="2476641" y="376300"/>
            <a:ext cx="1406246" cy="4001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00B050"/>
                </a:solidFill>
              </a:rPr>
              <a:t>시트지</a:t>
            </a:r>
            <a:endParaRPr lang="en-US" altLang="ko-KR" sz="1000" b="1" dirty="0">
              <a:solidFill>
                <a:srgbClr val="00B050"/>
              </a:solidFill>
            </a:endParaRPr>
          </a:p>
          <a:p>
            <a:r>
              <a:rPr lang="en-US" altLang="ko-KR" sz="1000" dirty="0">
                <a:solidFill>
                  <a:srgbClr val="00B050"/>
                </a:solidFill>
              </a:rPr>
              <a:t>2400 x 2700 (+a)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B11682-9871-FB12-D74A-EADF230E2C14}"/>
              </a:ext>
            </a:extLst>
          </p:cNvPr>
          <p:cNvSpPr txBox="1"/>
          <p:nvPr/>
        </p:nvSpPr>
        <p:spPr>
          <a:xfrm>
            <a:off x="6786562" y="1877370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B050"/>
                </a:solidFill>
              </a:rPr>
              <a:t>2300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7203A08-D4AF-05A9-D712-D67DF53AD067}"/>
              </a:ext>
            </a:extLst>
          </p:cNvPr>
          <p:cNvSpPr txBox="1"/>
          <p:nvPr/>
        </p:nvSpPr>
        <p:spPr>
          <a:xfrm>
            <a:off x="6786562" y="2964233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B050"/>
                </a:solidFill>
              </a:rPr>
              <a:t>2300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A03ABC66-B10B-1B58-3712-8E5F02D6EB16}"/>
              </a:ext>
            </a:extLst>
          </p:cNvPr>
          <p:cNvCxnSpPr>
            <a:cxnSpLocks/>
          </p:cNvCxnSpPr>
          <p:nvPr/>
        </p:nvCxnSpPr>
        <p:spPr>
          <a:xfrm>
            <a:off x="6549343" y="2577022"/>
            <a:ext cx="0" cy="132080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7A6AC17-2509-6116-8FD4-3F4C6C00374F}"/>
              </a:ext>
            </a:extLst>
          </p:cNvPr>
          <p:cNvSpPr txBox="1"/>
          <p:nvPr/>
        </p:nvSpPr>
        <p:spPr>
          <a:xfrm>
            <a:off x="6479946" y="3147697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B050"/>
                </a:solidFill>
              </a:rPr>
              <a:t>2300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8D07FFC7-4031-3BED-735B-8F84E5B0E9E4}"/>
              </a:ext>
            </a:extLst>
          </p:cNvPr>
          <p:cNvCxnSpPr>
            <a:cxnSpLocks/>
          </p:cNvCxnSpPr>
          <p:nvPr/>
        </p:nvCxnSpPr>
        <p:spPr>
          <a:xfrm>
            <a:off x="7264172" y="1274301"/>
            <a:ext cx="0" cy="132080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15412AF0-02E8-8115-E837-A03866C90AE4}"/>
              </a:ext>
            </a:extLst>
          </p:cNvPr>
          <p:cNvCxnSpPr>
            <a:cxnSpLocks/>
          </p:cNvCxnSpPr>
          <p:nvPr/>
        </p:nvCxnSpPr>
        <p:spPr>
          <a:xfrm>
            <a:off x="7264172" y="2583121"/>
            <a:ext cx="0" cy="132080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0F9EE0EA-8553-2149-F844-F86653A4DAD2}"/>
              </a:ext>
            </a:extLst>
          </p:cNvPr>
          <p:cNvCxnSpPr>
            <a:cxnSpLocks/>
          </p:cNvCxnSpPr>
          <p:nvPr/>
        </p:nvCxnSpPr>
        <p:spPr>
          <a:xfrm flipH="1">
            <a:off x="6553200" y="1394929"/>
            <a:ext cx="246967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94C823D-76C4-921A-E470-55C321938045}"/>
              </a:ext>
            </a:extLst>
          </p:cNvPr>
          <p:cNvSpPr txBox="1"/>
          <p:nvPr/>
        </p:nvSpPr>
        <p:spPr>
          <a:xfrm>
            <a:off x="6504893" y="1141391"/>
            <a:ext cx="3440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B050"/>
                </a:solidFill>
              </a:rPr>
              <a:t>40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AEA20D4-5144-504C-0FC5-4B1373D8FD43}"/>
              </a:ext>
            </a:extLst>
          </p:cNvPr>
          <p:cNvSpPr txBox="1"/>
          <p:nvPr/>
        </p:nvSpPr>
        <p:spPr>
          <a:xfrm>
            <a:off x="7322005" y="1659266"/>
            <a:ext cx="3490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B050"/>
                </a:solidFill>
              </a:rPr>
              <a:t>90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787E1FF4-7EE7-6FB5-7F0C-C2B96E63C91F}"/>
              </a:ext>
            </a:extLst>
          </p:cNvPr>
          <p:cNvCxnSpPr>
            <a:cxnSpLocks/>
          </p:cNvCxnSpPr>
          <p:nvPr/>
        </p:nvCxnSpPr>
        <p:spPr>
          <a:xfrm>
            <a:off x="7356022" y="1536700"/>
            <a:ext cx="0" cy="50165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CCB511F4-8230-993F-9A17-9C70B892F0BB}"/>
              </a:ext>
            </a:extLst>
          </p:cNvPr>
          <p:cNvSpPr txBox="1"/>
          <p:nvPr/>
        </p:nvSpPr>
        <p:spPr>
          <a:xfrm>
            <a:off x="7322005" y="3117224"/>
            <a:ext cx="3490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B050"/>
                </a:solidFill>
              </a:rPr>
              <a:t>90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45B453BF-FCF8-7123-00D6-54E153A9B74E}"/>
              </a:ext>
            </a:extLst>
          </p:cNvPr>
          <p:cNvCxnSpPr>
            <a:cxnSpLocks/>
          </p:cNvCxnSpPr>
          <p:nvPr/>
        </p:nvCxnSpPr>
        <p:spPr>
          <a:xfrm>
            <a:off x="7356022" y="2994658"/>
            <a:ext cx="0" cy="50165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7378A1CE-E7E1-B8FF-6841-AEF7A506DF6F}"/>
              </a:ext>
            </a:extLst>
          </p:cNvPr>
          <p:cNvCxnSpPr>
            <a:cxnSpLocks/>
          </p:cNvCxnSpPr>
          <p:nvPr/>
        </p:nvCxnSpPr>
        <p:spPr>
          <a:xfrm flipH="1">
            <a:off x="6807653" y="1354668"/>
            <a:ext cx="368300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875EEC03-9F4A-19EB-4AFA-04A778EB003D}"/>
              </a:ext>
            </a:extLst>
          </p:cNvPr>
          <p:cNvSpPr txBox="1"/>
          <p:nvPr/>
        </p:nvSpPr>
        <p:spPr>
          <a:xfrm>
            <a:off x="6846425" y="1090675"/>
            <a:ext cx="3440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B050"/>
                </a:solidFill>
              </a:rPr>
              <a:t>70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7AACC73B-EBE6-9847-983B-E784744D8A7A}"/>
              </a:ext>
            </a:extLst>
          </p:cNvPr>
          <p:cNvCxnSpPr>
            <a:cxnSpLocks/>
          </p:cNvCxnSpPr>
          <p:nvPr/>
        </p:nvCxnSpPr>
        <p:spPr>
          <a:xfrm flipH="1">
            <a:off x="6807653" y="1420928"/>
            <a:ext cx="368300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0C073878-1EC8-1BEC-359C-591BB7D791D0}"/>
              </a:ext>
            </a:extLst>
          </p:cNvPr>
          <p:cNvSpPr txBox="1"/>
          <p:nvPr/>
        </p:nvSpPr>
        <p:spPr>
          <a:xfrm>
            <a:off x="6824814" y="1409742"/>
            <a:ext cx="34403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B050"/>
                </a:solidFill>
              </a:rPr>
              <a:t>70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7FE3CDA-992F-9C78-214A-9F11B46A7FD6}"/>
              </a:ext>
            </a:extLst>
          </p:cNvPr>
          <p:cNvSpPr txBox="1"/>
          <p:nvPr/>
        </p:nvSpPr>
        <p:spPr>
          <a:xfrm>
            <a:off x="2533426" y="921089"/>
            <a:ext cx="577850" cy="4001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00B050"/>
                </a:solidFill>
              </a:rPr>
              <a:t>문틀</a:t>
            </a:r>
            <a:endParaRPr lang="en-US" altLang="ko-KR" sz="1000" b="1" dirty="0">
              <a:solidFill>
                <a:srgbClr val="00B050"/>
              </a:solidFill>
            </a:endParaRPr>
          </a:p>
          <a:p>
            <a:r>
              <a:rPr lang="en-US" altLang="ko-KR" sz="1000" dirty="0">
                <a:solidFill>
                  <a:srgbClr val="00B050"/>
                </a:solidFill>
              </a:rPr>
              <a:t>30 x 4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7AEEFDD-FFDC-3EC0-200A-5B5CA4EA12E5}"/>
              </a:ext>
            </a:extLst>
          </p:cNvPr>
          <p:cNvCxnSpPr>
            <a:cxnSpLocks/>
          </p:cNvCxnSpPr>
          <p:nvPr/>
        </p:nvCxnSpPr>
        <p:spPr>
          <a:xfrm flipV="1">
            <a:off x="3340100" y="3646345"/>
            <a:ext cx="0" cy="251477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576CE6F-F1CD-2225-192D-8E219A75785D}"/>
              </a:ext>
            </a:extLst>
          </p:cNvPr>
          <p:cNvCxnSpPr>
            <a:cxnSpLocks/>
          </p:cNvCxnSpPr>
          <p:nvPr/>
        </p:nvCxnSpPr>
        <p:spPr>
          <a:xfrm flipV="1">
            <a:off x="3930083" y="3646345"/>
            <a:ext cx="0" cy="251477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3CF3296-08BC-4344-0F26-1C673110764B}"/>
              </a:ext>
            </a:extLst>
          </p:cNvPr>
          <p:cNvSpPr txBox="1"/>
          <p:nvPr/>
        </p:nvSpPr>
        <p:spPr>
          <a:xfrm>
            <a:off x="609741" y="1806027"/>
            <a:ext cx="1406246" cy="40011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00B050"/>
                </a:solidFill>
              </a:rPr>
              <a:t>시트지</a:t>
            </a:r>
            <a:endParaRPr lang="en-US" altLang="ko-KR" sz="1000" b="1" dirty="0">
              <a:solidFill>
                <a:srgbClr val="00B050"/>
              </a:solidFill>
            </a:endParaRPr>
          </a:p>
          <a:p>
            <a:r>
              <a:rPr lang="en-US" altLang="ko-KR" sz="1000" dirty="0">
                <a:solidFill>
                  <a:srgbClr val="00B050"/>
                </a:solidFill>
              </a:rPr>
              <a:t>1220 x 2350</a:t>
            </a:r>
            <a:endParaRPr lang="ko-KR" altLang="en-US" sz="1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780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3685F-EE63-CC15-3616-C7917805C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F62B5D-5022-7CDE-8AEB-1B16536F7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228" y="0"/>
            <a:ext cx="7917543" cy="6858000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9478743-825E-3422-A9D9-8B4A910685FB}"/>
              </a:ext>
            </a:extLst>
          </p:cNvPr>
          <p:cNvCxnSpPr/>
          <p:nvPr/>
        </p:nvCxnSpPr>
        <p:spPr>
          <a:xfrm>
            <a:off x="2388053" y="3873500"/>
            <a:ext cx="0" cy="189865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FE6E58B-DB38-76D8-532E-1686B3E9F854}"/>
              </a:ext>
            </a:extLst>
          </p:cNvPr>
          <p:cNvSpPr txBox="1"/>
          <p:nvPr/>
        </p:nvSpPr>
        <p:spPr>
          <a:xfrm>
            <a:off x="2388053" y="4695867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3300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66EC3BBC-A47F-B602-6822-1D76A6E57DAF}"/>
              </a:ext>
            </a:extLst>
          </p:cNvPr>
          <p:cNvCxnSpPr>
            <a:cxnSpLocks/>
          </p:cNvCxnSpPr>
          <p:nvPr/>
        </p:nvCxnSpPr>
        <p:spPr>
          <a:xfrm>
            <a:off x="4584700" y="4451350"/>
            <a:ext cx="0" cy="132080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ECDCDB6-9383-AE4F-705D-AD452CEF67DE}"/>
              </a:ext>
            </a:extLst>
          </p:cNvPr>
          <p:cNvSpPr txBox="1"/>
          <p:nvPr/>
        </p:nvSpPr>
        <p:spPr>
          <a:xfrm>
            <a:off x="4147003" y="4984792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2300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44F40E2-AAB1-D311-FDA2-C17C9877EF86}"/>
              </a:ext>
            </a:extLst>
          </p:cNvPr>
          <p:cNvCxnSpPr>
            <a:cxnSpLocks/>
          </p:cNvCxnSpPr>
          <p:nvPr/>
        </p:nvCxnSpPr>
        <p:spPr>
          <a:xfrm>
            <a:off x="4699453" y="4451350"/>
            <a:ext cx="0" cy="203200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B950453-B8D6-8DE7-0A92-3BA3C132ABE9}"/>
              </a:ext>
            </a:extLst>
          </p:cNvPr>
          <p:cNvSpPr txBox="1"/>
          <p:nvPr/>
        </p:nvSpPr>
        <p:spPr>
          <a:xfrm>
            <a:off x="4658631" y="5340392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3550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2E1983C-E47D-6AD9-915D-C8C6DA192518}"/>
              </a:ext>
            </a:extLst>
          </p:cNvPr>
          <p:cNvCxnSpPr>
            <a:cxnSpLocks/>
          </p:cNvCxnSpPr>
          <p:nvPr/>
        </p:nvCxnSpPr>
        <p:spPr>
          <a:xfrm>
            <a:off x="8338003" y="4695867"/>
            <a:ext cx="0" cy="70798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437B52-FCA5-FDCE-7C90-683B618CDC7D}"/>
              </a:ext>
            </a:extLst>
          </p:cNvPr>
          <p:cNvSpPr txBox="1"/>
          <p:nvPr/>
        </p:nvSpPr>
        <p:spPr>
          <a:xfrm>
            <a:off x="7884431" y="4922900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1200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B3030A8-F910-88DD-525A-79FC19CE9812}"/>
              </a:ext>
            </a:extLst>
          </p:cNvPr>
          <p:cNvCxnSpPr>
            <a:cxnSpLocks/>
          </p:cNvCxnSpPr>
          <p:nvPr/>
        </p:nvCxnSpPr>
        <p:spPr>
          <a:xfrm>
            <a:off x="7175953" y="5775367"/>
            <a:ext cx="0" cy="70798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A732115-F321-FCE8-7832-B8C8CD9BCA16}"/>
              </a:ext>
            </a:extLst>
          </p:cNvPr>
          <p:cNvSpPr txBox="1"/>
          <p:nvPr/>
        </p:nvSpPr>
        <p:spPr>
          <a:xfrm>
            <a:off x="6721928" y="6002400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1200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051ACF8-C4C9-4D71-FA28-8D0AD3054755}"/>
              </a:ext>
            </a:extLst>
          </p:cNvPr>
          <p:cNvCxnSpPr>
            <a:cxnSpLocks/>
          </p:cNvCxnSpPr>
          <p:nvPr/>
        </p:nvCxnSpPr>
        <p:spPr>
          <a:xfrm>
            <a:off x="9309553" y="2244767"/>
            <a:ext cx="0" cy="101913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55192A8-AB50-BFF3-E790-6D05266F8CC7}"/>
              </a:ext>
            </a:extLst>
          </p:cNvPr>
          <p:cNvSpPr txBox="1"/>
          <p:nvPr/>
        </p:nvSpPr>
        <p:spPr>
          <a:xfrm>
            <a:off x="8868681" y="262737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1800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10D45DD-01C1-B2B9-AEA9-B93BD7FFF30B}"/>
              </a:ext>
            </a:extLst>
          </p:cNvPr>
          <p:cNvCxnSpPr>
            <a:cxnSpLocks/>
          </p:cNvCxnSpPr>
          <p:nvPr/>
        </p:nvCxnSpPr>
        <p:spPr>
          <a:xfrm>
            <a:off x="9309553" y="708067"/>
            <a:ext cx="0" cy="101913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3A19B91-E762-D2CC-289C-A244A0305ECA}"/>
              </a:ext>
            </a:extLst>
          </p:cNvPr>
          <p:cNvSpPr txBox="1"/>
          <p:nvPr/>
        </p:nvSpPr>
        <p:spPr>
          <a:xfrm>
            <a:off x="8868681" y="109067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1800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110F013-04F7-06D2-D043-ABC32FC2D7A5}"/>
              </a:ext>
            </a:extLst>
          </p:cNvPr>
          <p:cNvCxnSpPr>
            <a:cxnSpLocks/>
          </p:cNvCxnSpPr>
          <p:nvPr/>
        </p:nvCxnSpPr>
        <p:spPr>
          <a:xfrm>
            <a:off x="7341053" y="384217"/>
            <a:ext cx="0" cy="115248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57AC600-B004-A0DE-7C6D-0D8248A6873B}"/>
              </a:ext>
            </a:extLst>
          </p:cNvPr>
          <p:cNvSpPr txBox="1"/>
          <p:nvPr/>
        </p:nvSpPr>
        <p:spPr>
          <a:xfrm>
            <a:off x="7306581" y="88747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2000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DAE072F-D0C7-38DB-000A-372884D6780F}"/>
              </a:ext>
            </a:extLst>
          </p:cNvPr>
          <p:cNvCxnSpPr>
            <a:cxnSpLocks/>
          </p:cNvCxnSpPr>
          <p:nvPr/>
        </p:nvCxnSpPr>
        <p:spPr>
          <a:xfrm>
            <a:off x="9446983" y="384217"/>
            <a:ext cx="0" cy="165413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BC221BF-3F3A-C23E-18F5-B0DE8D62CA9D}"/>
              </a:ext>
            </a:extLst>
          </p:cNvPr>
          <p:cNvSpPr txBox="1"/>
          <p:nvPr/>
        </p:nvSpPr>
        <p:spPr>
          <a:xfrm>
            <a:off x="9412511" y="1095500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2850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D10763C-F3F6-58EB-6A90-D1E15F5D3736}"/>
              </a:ext>
            </a:extLst>
          </p:cNvPr>
          <p:cNvCxnSpPr>
            <a:cxnSpLocks/>
          </p:cNvCxnSpPr>
          <p:nvPr/>
        </p:nvCxnSpPr>
        <p:spPr>
          <a:xfrm>
            <a:off x="9446983" y="2133600"/>
            <a:ext cx="0" cy="137160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7DD88FE-042F-D801-DF8D-E8992A411E8D}"/>
              </a:ext>
            </a:extLst>
          </p:cNvPr>
          <p:cNvSpPr txBox="1"/>
          <p:nvPr/>
        </p:nvSpPr>
        <p:spPr>
          <a:xfrm>
            <a:off x="9412511" y="262737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2400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EFC6FE0-C7C1-2E08-82B0-074A73C810CC}"/>
              </a:ext>
            </a:extLst>
          </p:cNvPr>
          <p:cNvCxnSpPr>
            <a:cxnSpLocks/>
          </p:cNvCxnSpPr>
          <p:nvPr/>
        </p:nvCxnSpPr>
        <p:spPr>
          <a:xfrm>
            <a:off x="7341053" y="2351191"/>
            <a:ext cx="0" cy="64922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7DDAAC1-73B2-0D6D-43BA-A4095779EC2F}"/>
              </a:ext>
            </a:extLst>
          </p:cNvPr>
          <p:cNvSpPr txBox="1"/>
          <p:nvPr/>
        </p:nvSpPr>
        <p:spPr>
          <a:xfrm>
            <a:off x="7306581" y="254812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1150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82B21E5-4574-73E1-7C0A-65A68631D273}"/>
              </a:ext>
            </a:extLst>
          </p:cNvPr>
          <p:cNvCxnSpPr>
            <a:cxnSpLocks/>
          </p:cNvCxnSpPr>
          <p:nvPr/>
        </p:nvCxnSpPr>
        <p:spPr>
          <a:xfrm>
            <a:off x="8529862" y="3683000"/>
            <a:ext cx="0" cy="39522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A13EE76-D1E5-F675-6819-85987E0E4E3E}"/>
              </a:ext>
            </a:extLst>
          </p:cNvPr>
          <p:cNvSpPr txBox="1"/>
          <p:nvPr/>
        </p:nvSpPr>
        <p:spPr>
          <a:xfrm>
            <a:off x="8125731" y="3753654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645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BB1E5CCD-7A46-8741-E14B-C97DF7BFC755}"/>
              </a:ext>
            </a:extLst>
          </p:cNvPr>
          <p:cNvCxnSpPr>
            <a:cxnSpLocks/>
          </p:cNvCxnSpPr>
          <p:nvPr/>
        </p:nvCxnSpPr>
        <p:spPr>
          <a:xfrm>
            <a:off x="9761762" y="4126780"/>
            <a:ext cx="0" cy="19761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932E21E-B40F-19F3-AFDB-7946E23695C7}"/>
              </a:ext>
            </a:extLst>
          </p:cNvPr>
          <p:cNvSpPr txBox="1"/>
          <p:nvPr/>
        </p:nvSpPr>
        <p:spPr>
          <a:xfrm>
            <a:off x="9803947" y="4098628"/>
            <a:ext cx="501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355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4986C3BB-AC8C-5AD6-116D-08E5A559C1FD}"/>
              </a:ext>
            </a:extLst>
          </p:cNvPr>
          <p:cNvCxnSpPr>
            <a:cxnSpLocks/>
          </p:cNvCxnSpPr>
          <p:nvPr/>
        </p:nvCxnSpPr>
        <p:spPr>
          <a:xfrm>
            <a:off x="9761762" y="4352544"/>
            <a:ext cx="0" cy="492506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81E2E47-CFD9-E1D6-A8C7-0544A1217013}"/>
              </a:ext>
            </a:extLst>
          </p:cNvPr>
          <p:cNvSpPr txBox="1"/>
          <p:nvPr/>
        </p:nvSpPr>
        <p:spPr>
          <a:xfrm>
            <a:off x="9803947" y="4467561"/>
            <a:ext cx="501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730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0C81652-AF9B-1533-225A-DCF9DC08BE2F}"/>
              </a:ext>
            </a:extLst>
          </p:cNvPr>
          <p:cNvCxnSpPr>
            <a:cxnSpLocks/>
          </p:cNvCxnSpPr>
          <p:nvPr/>
        </p:nvCxnSpPr>
        <p:spPr>
          <a:xfrm>
            <a:off x="9761762" y="4845050"/>
            <a:ext cx="0" cy="49246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B7BA55A-56E7-78AF-7BFA-CDCD3EF2CDC2}"/>
              </a:ext>
            </a:extLst>
          </p:cNvPr>
          <p:cNvSpPr txBox="1"/>
          <p:nvPr/>
        </p:nvSpPr>
        <p:spPr>
          <a:xfrm>
            <a:off x="9803947" y="4971459"/>
            <a:ext cx="501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895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1224259-2A27-4BFC-1179-F5B4D45B76A0}"/>
              </a:ext>
            </a:extLst>
          </p:cNvPr>
          <p:cNvCxnSpPr>
            <a:cxnSpLocks/>
          </p:cNvCxnSpPr>
          <p:nvPr/>
        </p:nvCxnSpPr>
        <p:spPr>
          <a:xfrm>
            <a:off x="9761762" y="5340392"/>
            <a:ext cx="0" cy="455253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492F2F9-0FBB-B750-E71E-022A4493A5F0}"/>
              </a:ext>
            </a:extLst>
          </p:cNvPr>
          <p:cNvSpPr txBox="1"/>
          <p:nvPr/>
        </p:nvSpPr>
        <p:spPr>
          <a:xfrm>
            <a:off x="9803947" y="5467350"/>
            <a:ext cx="501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730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5CF362D9-C588-7D7C-690A-5436C0989694}"/>
              </a:ext>
            </a:extLst>
          </p:cNvPr>
          <p:cNvCxnSpPr>
            <a:cxnSpLocks/>
          </p:cNvCxnSpPr>
          <p:nvPr/>
        </p:nvCxnSpPr>
        <p:spPr>
          <a:xfrm>
            <a:off x="7322005" y="5960766"/>
            <a:ext cx="0" cy="59308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44225E6-855F-CE52-41C5-36B31F832840}"/>
              </a:ext>
            </a:extLst>
          </p:cNvPr>
          <p:cNvSpPr txBox="1"/>
          <p:nvPr/>
        </p:nvSpPr>
        <p:spPr>
          <a:xfrm>
            <a:off x="7261679" y="6133230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1010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06FD505D-E88F-5AD4-2B5F-4C2C590520B8}"/>
              </a:ext>
            </a:extLst>
          </p:cNvPr>
          <p:cNvCxnSpPr>
            <a:cxnSpLocks/>
          </p:cNvCxnSpPr>
          <p:nvPr/>
        </p:nvCxnSpPr>
        <p:spPr>
          <a:xfrm>
            <a:off x="7629978" y="2124157"/>
            <a:ext cx="0" cy="22703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8A2DDC0-8D53-BA4D-5179-B3207391DDA8}"/>
              </a:ext>
            </a:extLst>
          </p:cNvPr>
          <p:cNvSpPr txBox="1"/>
          <p:nvPr/>
        </p:nvSpPr>
        <p:spPr>
          <a:xfrm>
            <a:off x="7595506" y="2124241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08F2CE-198C-492A-8E0A-1B27A48DF15D}"/>
              </a:ext>
            </a:extLst>
          </p:cNvPr>
          <p:cNvSpPr txBox="1"/>
          <p:nvPr/>
        </p:nvSpPr>
        <p:spPr>
          <a:xfrm>
            <a:off x="2676978" y="5556037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1450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46E2B8A-6FAA-C99F-07CA-7F51649C16E4}"/>
              </a:ext>
            </a:extLst>
          </p:cNvPr>
          <p:cNvCxnSpPr>
            <a:cxnSpLocks/>
          </p:cNvCxnSpPr>
          <p:nvPr/>
        </p:nvCxnSpPr>
        <p:spPr>
          <a:xfrm flipH="1">
            <a:off x="2438400" y="5822950"/>
            <a:ext cx="84455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2954C60-2EA0-9223-9C53-7B3E904FAB6A}"/>
              </a:ext>
            </a:extLst>
          </p:cNvPr>
          <p:cNvSpPr txBox="1"/>
          <p:nvPr/>
        </p:nvSpPr>
        <p:spPr>
          <a:xfrm>
            <a:off x="3594780" y="556780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1700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DF1EE01D-DA71-39FE-3A30-F6F20EE76EF1}"/>
              </a:ext>
            </a:extLst>
          </p:cNvPr>
          <p:cNvCxnSpPr>
            <a:cxnSpLocks/>
          </p:cNvCxnSpPr>
          <p:nvPr/>
        </p:nvCxnSpPr>
        <p:spPr>
          <a:xfrm flipH="1">
            <a:off x="3284309" y="5822950"/>
            <a:ext cx="102099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5D0046AB-1105-8A62-2439-3D9B40F499B4}"/>
              </a:ext>
            </a:extLst>
          </p:cNvPr>
          <p:cNvCxnSpPr>
            <a:cxnSpLocks/>
          </p:cNvCxnSpPr>
          <p:nvPr/>
        </p:nvCxnSpPr>
        <p:spPr>
          <a:xfrm flipH="1">
            <a:off x="4306659" y="5822950"/>
            <a:ext cx="23359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B34AEF24-5A5F-291A-E839-5E2E3070D8F5}"/>
              </a:ext>
            </a:extLst>
          </p:cNvPr>
          <p:cNvSpPr txBox="1"/>
          <p:nvPr/>
        </p:nvSpPr>
        <p:spPr>
          <a:xfrm>
            <a:off x="4212545" y="556780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6A087F69-DB41-D8B0-074A-D6A3FEB66E2D}"/>
              </a:ext>
            </a:extLst>
          </p:cNvPr>
          <p:cNvCxnSpPr>
            <a:cxnSpLocks/>
          </p:cNvCxnSpPr>
          <p:nvPr/>
        </p:nvCxnSpPr>
        <p:spPr>
          <a:xfrm flipH="1">
            <a:off x="4695142" y="6515333"/>
            <a:ext cx="265569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E2226169-122B-1164-FFB1-2EEDC4FD8C67}"/>
              </a:ext>
            </a:extLst>
          </p:cNvPr>
          <p:cNvSpPr txBox="1"/>
          <p:nvPr/>
        </p:nvSpPr>
        <p:spPr>
          <a:xfrm>
            <a:off x="4671786" y="6260188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0E3D1F13-F2F2-D966-C101-63A30EFFABA2}"/>
              </a:ext>
            </a:extLst>
          </p:cNvPr>
          <p:cNvCxnSpPr>
            <a:cxnSpLocks/>
          </p:cNvCxnSpPr>
          <p:nvPr/>
        </p:nvCxnSpPr>
        <p:spPr>
          <a:xfrm flipH="1">
            <a:off x="6901767" y="6515333"/>
            <a:ext cx="23359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19847E2-2D26-BE13-1B5F-91313E292A35}"/>
              </a:ext>
            </a:extLst>
          </p:cNvPr>
          <p:cNvSpPr txBox="1"/>
          <p:nvPr/>
        </p:nvSpPr>
        <p:spPr>
          <a:xfrm>
            <a:off x="6807653" y="6260188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9B2C7ABE-3455-31C7-F773-D89A318D63A3}"/>
              </a:ext>
            </a:extLst>
          </p:cNvPr>
          <p:cNvCxnSpPr>
            <a:cxnSpLocks/>
          </p:cNvCxnSpPr>
          <p:nvPr/>
        </p:nvCxnSpPr>
        <p:spPr>
          <a:xfrm flipH="1">
            <a:off x="7135358" y="5811816"/>
            <a:ext cx="89739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7A1CAF5-BC39-4DF3-B175-E421483E3C34}"/>
              </a:ext>
            </a:extLst>
          </p:cNvPr>
          <p:cNvSpPr txBox="1"/>
          <p:nvPr/>
        </p:nvSpPr>
        <p:spPr>
          <a:xfrm>
            <a:off x="7385503" y="556780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1650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CA502E3F-6331-B4A0-C925-5652C97D8A9A}"/>
              </a:ext>
            </a:extLst>
          </p:cNvPr>
          <p:cNvCxnSpPr>
            <a:cxnSpLocks/>
          </p:cNvCxnSpPr>
          <p:nvPr/>
        </p:nvCxnSpPr>
        <p:spPr>
          <a:xfrm flipH="1">
            <a:off x="8062004" y="5811816"/>
            <a:ext cx="101849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352DBF5-612E-45E1-1D58-9D968F3FEE49}"/>
              </a:ext>
            </a:extLst>
          </p:cNvPr>
          <p:cNvSpPr txBox="1"/>
          <p:nvPr/>
        </p:nvSpPr>
        <p:spPr>
          <a:xfrm>
            <a:off x="8347301" y="5602306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1700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0A8B9099-E049-13EF-B235-324751521325}"/>
              </a:ext>
            </a:extLst>
          </p:cNvPr>
          <p:cNvCxnSpPr>
            <a:cxnSpLocks/>
          </p:cNvCxnSpPr>
          <p:nvPr/>
        </p:nvCxnSpPr>
        <p:spPr>
          <a:xfrm flipH="1">
            <a:off x="8062004" y="6596656"/>
            <a:ext cx="101849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7CC9555-60D5-4B2D-9E1A-F3898324878B}"/>
              </a:ext>
            </a:extLst>
          </p:cNvPr>
          <p:cNvSpPr txBox="1"/>
          <p:nvPr/>
        </p:nvSpPr>
        <p:spPr>
          <a:xfrm>
            <a:off x="8347301" y="6387146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1700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C44D6A02-8A9A-C98C-4F8E-1F446BF9425E}"/>
              </a:ext>
            </a:extLst>
          </p:cNvPr>
          <p:cNvCxnSpPr>
            <a:cxnSpLocks/>
          </p:cNvCxnSpPr>
          <p:nvPr/>
        </p:nvCxnSpPr>
        <p:spPr>
          <a:xfrm flipH="1">
            <a:off x="7280954" y="3662956"/>
            <a:ext cx="118132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26137A4-656C-9F70-4D32-A1527BE69020}"/>
              </a:ext>
            </a:extLst>
          </p:cNvPr>
          <p:cNvSpPr txBox="1"/>
          <p:nvPr/>
        </p:nvSpPr>
        <p:spPr>
          <a:xfrm>
            <a:off x="7649481" y="3643906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2100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F2D5A50D-697D-DE04-99FC-04879D649A82}"/>
              </a:ext>
            </a:extLst>
          </p:cNvPr>
          <p:cNvCxnSpPr>
            <a:cxnSpLocks/>
          </p:cNvCxnSpPr>
          <p:nvPr/>
        </p:nvCxnSpPr>
        <p:spPr>
          <a:xfrm flipH="1">
            <a:off x="7280954" y="3555006"/>
            <a:ext cx="196464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DC421319-C880-4442-956B-F2746157FD79}"/>
              </a:ext>
            </a:extLst>
          </p:cNvPr>
          <p:cNvSpPr txBox="1"/>
          <p:nvPr/>
        </p:nvSpPr>
        <p:spPr>
          <a:xfrm>
            <a:off x="8017554" y="327465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3200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BDC9AC18-36BB-1B8A-FBEA-D8CEFF398D6F}"/>
              </a:ext>
            </a:extLst>
          </p:cNvPr>
          <p:cNvCxnSpPr>
            <a:cxnSpLocks/>
          </p:cNvCxnSpPr>
          <p:nvPr/>
        </p:nvCxnSpPr>
        <p:spPr>
          <a:xfrm flipH="1">
            <a:off x="7341053" y="333756"/>
            <a:ext cx="190454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6A48CF9-9511-56A5-A2E4-CA62EBCBF76A}"/>
              </a:ext>
            </a:extLst>
          </p:cNvPr>
          <p:cNvSpPr txBox="1"/>
          <p:nvPr/>
        </p:nvSpPr>
        <p:spPr>
          <a:xfrm>
            <a:off x="8083774" y="324612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3200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EC6EB139-C624-E6E5-82B6-DF24B8AD874B}"/>
              </a:ext>
            </a:extLst>
          </p:cNvPr>
          <p:cNvCxnSpPr>
            <a:cxnSpLocks/>
          </p:cNvCxnSpPr>
          <p:nvPr/>
        </p:nvCxnSpPr>
        <p:spPr>
          <a:xfrm flipH="1">
            <a:off x="7322005" y="2350329"/>
            <a:ext cx="31795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6EEF2924-1B60-4E0A-30C5-B85B869BE358}"/>
              </a:ext>
            </a:extLst>
          </p:cNvPr>
          <p:cNvSpPr txBox="1"/>
          <p:nvPr/>
        </p:nvSpPr>
        <p:spPr>
          <a:xfrm>
            <a:off x="7356022" y="234118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48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20A245C0-001D-FE5A-D713-739568D4EA3F}"/>
              </a:ext>
            </a:extLst>
          </p:cNvPr>
          <p:cNvCxnSpPr>
            <a:cxnSpLocks/>
          </p:cNvCxnSpPr>
          <p:nvPr/>
        </p:nvCxnSpPr>
        <p:spPr>
          <a:xfrm flipH="1">
            <a:off x="7629978" y="2097806"/>
            <a:ext cx="161562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751B7D95-FB60-B29B-66A9-D3C4C7489D08}"/>
              </a:ext>
            </a:extLst>
          </p:cNvPr>
          <p:cNvSpPr txBox="1"/>
          <p:nvPr/>
        </p:nvSpPr>
        <p:spPr>
          <a:xfrm>
            <a:off x="8083774" y="2088662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2700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4301D79C-3CCC-9A5B-D1FD-2D3D9A966D51}"/>
              </a:ext>
            </a:extLst>
          </p:cNvPr>
          <p:cNvCxnSpPr>
            <a:cxnSpLocks/>
          </p:cNvCxnSpPr>
          <p:nvPr/>
        </p:nvCxnSpPr>
        <p:spPr>
          <a:xfrm flipH="1">
            <a:off x="8303986" y="4757148"/>
            <a:ext cx="357638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A7BDB131-B795-2F98-8E50-B965D54F55A5}"/>
              </a:ext>
            </a:extLst>
          </p:cNvPr>
          <p:cNvSpPr txBox="1"/>
          <p:nvPr/>
        </p:nvSpPr>
        <p:spPr>
          <a:xfrm>
            <a:off x="8306479" y="4500438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650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EE1B9C8A-B670-8020-F4D6-1E71AE7919B3}"/>
              </a:ext>
            </a:extLst>
          </p:cNvPr>
          <p:cNvCxnSpPr>
            <a:cxnSpLocks/>
          </p:cNvCxnSpPr>
          <p:nvPr/>
        </p:nvCxnSpPr>
        <p:spPr>
          <a:xfrm flipH="1">
            <a:off x="8500154" y="4061589"/>
            <a:ext cx="50414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84CE17BF-AE43-D277-5D15-03DBAFC2BEEE}"/>
              </a:ext>
            </a:extLst>
          </p:cNvPr>
          <p:cNvSpPr txBox="1"/>
          <p:nvPr/>
        </p:nvSpPr>
        <p:spPr>
          <a:xfrm>
            <a:off x="8512967" y="4042539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1200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0CA0C9F9-4775-918C-019F-C54D62D4D02D}"/>
              </a:ext>
            </a:extLst>
          </p:cNvPr>
          <p:cNvCxnSpPr>
            <a:cxnSpLocks/>
          </p:cNvCxnSpPr>
          <p:nvPr/>
        </p:nvCxnSpPr>
        <p:spPr>
          <a:xfrm flipH="1">
            <a:off x="9007587" y="4061589"/>
            <a:ext cx="199913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5C9AF52E-4ADC-A3D7-C209-E5600D8C1409}"/>
              </a:ext>
            </a:extLst>
          </p:cNvPr>
          <p:cNvSpPr txBox="1"/>
          <p:nvPr/>
        </p:nvSpPr>
        <p:spPr>
          <a:xfrm>
            <a:off x="8916080" y="4050706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5E7F824E-A76F-2D6B-5F30-44A365552456}"/>
              </a:ext>
            </a:extLst>
          </p:cNvPr>
          <p:cNvCxnSpPr>
            <a:cxnSpLocks/>
          </p:cNvCxnSpPr>
          <p:nvPr/>
        </p:nvCxnSpPr>
        <p:spPr>
          <a:xfrm flipH="1">
            <a:off x="3930083" y="3849709"/>
            <a:ext cx="61016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CA14537C-C9A6-8D77-9C0A-323AAEDEE60D}"/>
              </a:ext>
            </a:extLst>
          </p:cNvPr>
          <p:cNvSpPr txBox="1"/>
          <p:nvPr/>
        </p:nvSpPr>
        <p:spPr>
          <a:xfrm>
            <a:off x="3987120" y="3830659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1060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D6727A0C-A522-D6F6-E8AE-A8DC8EA31D75}"/>
              </a:ext>
            </a:extLst>
          </p:cNvPr>
          <p:cNvCxnSpPr>
            <a:cxnSpLocks/>
          </p:cNvCxnSpPr>
          <p:nvPr/>
        </p:nvCxnSpPr>
        <p:spPr>
          <a:xfrm flipH="1">
            <a:off x="4717313" y="3849709"/>
            <a:ext cx="183588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9FFBC16B-A7B4-5499-93A0-E1F303FBF562}"/>
              </a:ext>
            </a:extLst>
          </p:cNvPr>
          <p:cNvSpPr txBox="1"/>
          <p:nvPr/>
        </p:nvSpPr>
        <p:spPr>
          <a:xfrm>
            <a:off x="5497058" y="3830659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3150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3BA93B6D-C7B4-A648-E327-A8876BE32736}"/>
              </a:ext>
            </a:extLst>
          </p:cNvPr>
          <p:cNvCxnSpPr>
            <a:cxnSpLocks/>
          </p:cNvCxnSpPr>
          <p:nvPr/>
        </p:nvCxnSpPr>
        <p:spPr>
          <a:xfrm flipH="1">
            <a:off x="4995636" y="6515799"/>
            <a:ext cx="190613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A18389FE-03AB-6DD5-1ED2-9539D80A1C9C}"/>
              </a:ext>
            </a:extLst>
          </p:cNvPr>
          <p:cNvSpPr txBox="1"/>
          <p:nvPr/>
        </p:nvSpPr>
        <p:spPr>
          <a:xfrm>
            <a:off x="5697081" y="6260188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3300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6FF47DD3-29C5-56F7-F990-7D15317AE53B}"/>
              </a:ext>
            </a:extLst>
          </p:cNvPr>
          <p:cNvCxnSpPr>
            <a:cxnSpLocks/>
          </p:cNvCxnSpPr>
          <p:nvPr/>
        </p:nvCxnSpPr>
        <p:spPr>
          <a:xfrm flipH="1">
            <a:off x="4695142" y="6642757"/>
            <a:ext cx="244021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EC7EEC4F-63A4-F5A1-1EBC-72F1386AE341}"/>
              </a:ext>
            </a:extLst>
          </p:cNvPr>
          <p:cNvSpPr txBox="1"/>
          <p:nvPr/>
        </p:nvSpPr>
        <p:spPr>
          <a:xfrm>
            <a:off x="5697081" y="659360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4100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8DB3D1C0-F3BF-AA87-B351-6B1DD1ED98E4}"/>
              </a:ext>
            </a:extLst>
          </p:cNvPr>
          <p:cNvCxnSpPr>
            <a:cxnSpLocks/>
          </p:cNvCxnSpPr>
          <p:nvPr/>
        </p:nvCxnSpPr>
        <p:spPr>
          <a:xfrm flipH="1">
            <a:off x="2445089" y="3849709"/>
            <a:ext cx="895011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AFD01054-0D62-97C0-3B6B-F05A09D32B89}"/>
              </a:ext>
            </a:extLst>
          </p:cNvPr>
          <p:cNvSpPr txBox="1"/>
          <p:nvPr/>
        </p:nvSpPr>
        <p:spPr>
          <a:xfrm>
            <a:off x="2647269" y="3830659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1600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4C8F6D24-2853-5DED-59A3-0C8C36128709}"/>
              </a:ext>
            </a:extLst>
          </p:cNvPr>
          <p:cNvCxnSpPr>
            <a:cxnSpLocks/>
          </p:cNvCxnSpPr>
          <p:nvPr/>
        </p:nvCxnSpPr>
        <p:spPr>
          <a:xfrm flipH="1">
            <a:off x="3334089" y="2865459"/>
            <a:ext cx="595994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3ED099-2FBB-2F57-06DA-571AE45ACA2D}"/>
              </a:ext>
            </a:extLst>
          </p:cNvPr>
          <p:cNvSpPr txBox="1"/>
          <p:nvPr/>
        </p:nvSpPr>
        <p:spPr>
          <a:xfrm>
            <a:off x="3428320" y="2846409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950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31" name="직선 화살표 연결선 130">
            <a:extLst>
              <a:ext uri="{FF2B5EF4-FFF2-40B4-BE49-F238E27FC236}">
                <a16:creationId xmlns:a16="http://schemas.microsoft.com/office/drawing/2014/main" id="{691FFC16-A268-BC84-14F3-1E4F1C7CED3B}"/>
              </a:ext>
            </a:extLst>
          </p:cNvPr>
          <p:cNvCxnSpPr>
            <a:cxnSpLocks/>
          </p:cNvCxnSpPr>
          <p:nvPr/>
        </p:nvCxnSpPr>
        <p:spPr>
          <a:xfrm>
            <a:off x="7848377" y="6070600"/>
            <a:ext cx="0" cy="48325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71466E22-F235-F771-ABF6-ADD8841DF990}"/>
              </a:ext>
            </a:extLst>
          </p:cNvPr>
          <p:cNvSpPr txBox="1"/>
          <p:nvPr/>
        </p:nvSpPr>
        <p:spPr>
          <a:xfrm>
            <a:off x="7788051" y="6195585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780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13D33182-5B44-76F8-565B-C6E7B9994FC8}"/>
              </a:ext>
            </a:extLst>
          </p:cNvPr>
          <p:cNvCxnSpPr>
            <a:cxnSpLocks/>
          </p:cNvCxnSpPr>
          <p:nvPr/>
        </p:nvCxnSpPr>
        <p:spPr>
          <a:xfrm flipH="1">
            <a:off x="7341053" y="6565773"/>
            <a:ext cx="51389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622B6394-688D-7C43-AA0C-C308EA4F664D}"/>
              </a:ext>
            </a:extLst>
          </p:cNvPr>
          <p:cNvSpPr txBox="1"/>
          <p:nvPr/>
        </p:nvSpPr>
        <p:spPr>
          <a:xfrm>
            <a:off x="7385503" y="6321762"/>
            <a:ext cx="5778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860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C3A8131-7B93-E519-A9D0-4A49DEC296FF}"/>
              </a:ext>
            </a:extLst>
          </p:cNvPr>
          <p:cNvSpPr/>
          <p:nvPr/>
        </p:nvSpPr>
        <p:spPr>
          <a:xfrm>
            <a:off x="7356022" y="6083300"/>
            <a:ext cx="60778" cy="9525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D9C56D72-9E1A-A96D-C7B3-12FB2620A528}"/>
              </a:ext>
            </a:extLst>
          </p:cNvPr>
          <p:cNvCxnSpPr>
            <a:cxnSpLocks/>
            <a:stCxn id="138" idx="3"/>
            <a:endCxn id="141" idx="1"/>
          </p:cNvCxnSpPr>
          <p:nvPr/>
        </p:nvCxnSpPr>
        <p:spPr>
          <a:xfrm flipV="1">
            <a:off x="7416800" y="5891064"/>
            <a:ext cx="2842874" cy="23986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B26B4795-869E-33F8-1C23-B4776BD2FA22}"/>
              </a:ext>
            </a:extLst>
          </p:cNvPr>
          <p:cNvSpPr txBox="1"/>
          <p:nvPr/>
        </p:nvSpPr>
        <p:spPr>
          <a:xfrm>
            <a:off x="10259674" y="5691009"/>
            <a:ext cx="696119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수도꼭지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en-US" altLang="ko-KR" sz="1000" dirty="0">
                <a:solidFill>
                  <a:srgbClr val="FF0000"/>
                </a:solidFill>
              </a:rPr>
              <a:t>130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954ECD49-1EBA-8139-EA19-B2D3D59EACA7}"/>
              </a:ext>
            </a:extLst>
          </p:cNvPr>
          <p:cNvSpPr/>
          <p:nvPr/>
        </p:nvSpPr>
        <p:spPr>
          <a:xfrm>
            <a:off x="8661624" y="3715152"/>
            <a:ext cx="343127" cy="297499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55CBBD5F-41E2-4E68-C04E-AF561207DABD}"/>
              </a:ext>
            </a:extLst>
          </p:cNvPr>
          <p:cNvCxnSpPr>
            <a:cxnSpLocks/>
            <a:stCxn id="146" idx="3"/>
            <a:endCxn id="150" idx="1"/>
          </p:cNvCxnSpPr>
          <p:nvPr/>
        </p:nvCxnSpPr>
        <p:spPr>
          <a:xfrm flipV="1">
            <a:off x="9004751" y="3628598"/>
            <a:ext cx="1227623" cy="23530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51769E8B-D468-CD02-D093-68458CA8C5F3}"/>
              </a:ext>
            </a:extLst>
          </p:cNvPr>
          <p:cNvSpPr txBox="1"/>
          <p:nvPr/>
        </p:nvSpPr>
        <p:spPr>
          <a:xfrm>
            <a:off x="10232374" y="3274655"/>
            <a:ext cx="1175598" cy="70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식기세척기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r>
              <a:rPr lang="ko-KR" altLang="en-US" sz="1000" dirty="0">
                <a:solidFill>
                  <a:srgbClr val="FF0000"/>
                </a:solidFill>
              </a:rPr>
              <a:t>너비 </a:t>
            </a:r>
            <a:r>
              <a:rPr lang="en-US" altLang="ko-KR" sz="1000" dirty="0">
                <a:solidFill>
                  <a:srgbClr val="FF0000"/>
                </a:solidFill>
              </a:rPr>
              <a:t>: 600 x 645</a:t>
            </a:r>
          </a:p>
          <a:p>
            <a:r>
              <a:rPr lang="ko-KR" altLang="en-US" sz="1000" dirty="0">
                <a:solidFill>
                  <a:srgbClr val="FF0000"/>
                </a:solidFill>
              </a:rPr>
              <a:t>높이 </a:t>
            </a:r>
            <a:r>
              <a:rPr lang="en-US" altLang="ko-KR" sz="1000" dirty="0">
                <a:solidFill>
                  <a:srgbClr val="FF0000"/>
                </a:solidFill>
              </a:rPr>
              <a:t>: 810</a:t>
            </a:r>
          </a:p>
          <a:p>
            <a:r>
              <a:rPr lang="ko-KR" altLang="en-US" sz="1000" dirty="0">
                <a:solidFill>
                  <a:srgbClr val="FF0000"/>
                </a:solidFill>
              </a:rPr>
              <a:t>걸레받이 </a:t>
            </a:r>
            <a:r>
              <a:rPr lang="en-US" altLang="ko-KR" sz="1000" dirty="0">
                <a:solidFill>
                  <a:srgbClr val="FF0000"/>
                </a:solidFill>
              </a:rPr>
              <a:t>: 145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572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2B410-B8F2-8551-4EDB-2F09DE103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직사각형, 사각형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0786AB-5885-8271-0287-08631D9AE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228" y="0"/>
            <a:ext cx="7917543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479E226-C222-0868-7D75-2A7A9E137270}"/>
              </a:ext>
            </a:extLst>
          </p:cNvPr>
          <p:cNvSpPr/>
          <p:nvPr/>
        </p:nvSpPr>
        <p:spPr>
          <a:xfrm>
            <a:off x="5336970" y="4594519"/>
            <a:ext cx="1298071" cy="155300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1865645-E146-695D-DAA8-24457E0E3364}"/>
              </a:ext>
            </a:extLst>
          </p:cNvPr>
          <p:cNvSpPr/>
          <p:nvPr/>
        </p:nvSpPr>
        <p:spPr>
          <a:xfrm>
            <a:off x="5515100" y="4768129"/>
            <a:ext cx="123573" cy="12357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0B6360D-08E6-3A27-F39A-5EE474E8BE82}"/>
              </a:ext>
            </a:extLst>
          </p:cNvPr>
          <p:cNvSpPr/>
          <p:nvPr/>
        </p:nvSpPr>
        <p:spPr>
          <a:xfrm>
            <a:off x="5511244" y="4931375"/>
            <a:ext cx="123573" cy="12357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82083E6-FF0B-4AA8-7AFF-7ED847491475}"/>
              </a:ext>
            </a:extLst>
          </p:cNvPr>
          <p:cNvSpPr/>
          <p:nvPr/>
        </p:nvSpPr>
        <p:spPr>
          <a:xfrm>
            <a:off x="6375766" y="4759759"/>
            <a:ext cx="123573" cy="12357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ECB4160-A7C1-3DB5-37F1-2B0D8BF0BDA7}"/>
              </a:ext>
            </a:extLst>
          </p:cNvPr>
          <p:cNvSpPr/>
          <p:nvPr/>
        </p:nvSpPr>
        <p:spPr>
          <a:xfrm>
            <a:off x="6371910" y="4923005"/>
            <a:ext cx="123573" cy="12357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14E1E7F-C74B-7233-67F4-0129A8D8965D}"/>
              </a:ext>
            </a:extLst>
          </p:cNvPr>
          <p:cNvSpPr/>
          <p:nvPr/>
        </p:nvSpPr>
        <p:spPr>
          <a:xfrm>
            <a:off x="5502936" y="5735733"/>
            <a:ext cx="123573" cy="12357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CD700B4-AF58-F880-7E62-1CF5F2B7E346}"/>
              </a:ext>
            </a:extLst>
          </p:cNvPr>
          <p:cNvSpPr/>
          <p:nvPr/>
        </p:nvSpPr>
        <p:spPr>
          <a:xfrm>
            <a:off x="5499080" y="5898979"/>
            <a:ext cx="123573" cy="12357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5D14C1F-02E1-32E7-9635-671CB8C976D5}"/>
              </a:ext>
            </a:extLst>
          </p:cNvPr>
          <p:cNvSpPr/>
          <p:nvPr/>
        </p:nvSpPr>
        <p:spPr>
          <a:xfrm>
            <a:off x="6363602" y="5727363"/>
            <a:ext cx="123573" cy="12357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47D58CB-E3F6-B3D9-8A26-E55C228BBDB8}"/>
              </a:ext>
            </a:extLst>
          </p:cNvPr>
          <p:cNvSpPr/>
          <p:nvPr/>
        </p:nvSpPr>
        <p:spPr>
          <a:xfrm>
            <a:off x="6359746" y="5890609"/>
            <a:ext cx="123573" cy="12357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18143F3-460F-BD55-ADC4-FC8264CBB7AA}"/>
              </a:ext>
            </a:extLst>
          </p:cNvPr>
          <p:cNvSpPr/>
          <p:nvPr/>
        </p:nvSpPr>
        <p:spPr>
          <a:xfrm>
            <a:off x="4855281" y="4637545"/>
            <a:ext cx="123573" cy="12357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481D706-F651-C9FA-DAF7-74A6C2126B13}"/>
              </a:ext>
            </a:extLst>
          </p:cNvPr>
          <p:cNvSpPr/>
          <p:nvPr/>
        </p:nvSpPr>
        <p:spPr>
          <a:xfrm>
            <a:off x="4857421" y="5275727"/>
            <a:ext cx="123573" cy="12357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1AF77176-75C8-6F5C-E6FA-7EFA07E7CC91}"/>
              </a:ext>
            </a:extLst>
          </p:cNvPr>
          <p:cNvSpPr/>
          <p:nvPr/>
        </p:nvSpPr>
        <p:spPr>
          <a:xfrm>
            <a:off x="4858657" y="5931852"/>
            <a:ext cx="123573" cy="12357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7EFB3A59-A5FF-FD3C-0654-291DE435AA50}"/>
              </a:ext>
            </a:extLst>
          </p:cNvPr>
          <p:cNvCxnSpPr/>
          <p:nvPr/>
        </p:nvCxnSpPr>
        <p:spPr>
          <a:xfrm>
            <a:off x="4855281" y="6413500"/>
            <a:ext cx="2167819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8A764B6C-8AB5-6727-F2A0-5C9B712C79B3}"/>
              </a:ext>
            </a:extLst>
          </p:cNvPr>
          <p:cNvCxnSpPr>
            <a:cxnSpLocks/>
            <a:stCxn id="58" idx="3"/>
            <a:endCxn id="37" idx="2"/>
          </p:cNvCxnSpPr>
          <p:nvPr/>
        </p:nvCxnSpPr>
        <p:spPr>
          <a:xfrm flipV="1">
            <a:off x="2250677" y="5337514"/>
            <a:ext cx="2606744" cy="807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A70A95A-63E0-B17B-C9B6-486DC94B3D9B}"/>
              </a:ext>
            </a:extLst>
          </p:cNvPr>
          <p:cNvSpPr/>
          <p:nvPr/>
        </p:nvSpPr>
        <p:spPr>
          <a:xfrm>
            <a:off x="652351" y="5646138"/>
            <a:ext cx="1598326" cy="997873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벽에서 </a:t>
            </a:r>
            <a:r>
              <a:rPr lang="en-US" altLang="ko-KR" sz="1200" dirty="0"/>
              <a:t>190mm/</a:t>
            </a:r>
          </a:p>
          <a:p>
            <a:pPr algn="ctr"/>
            <a:r>
              <a:rPr lang="ko-KR" altLang="en-US" sz="1200" dirty="0"/>
              <a:t>커튼박스 안쪽</a:t>
            </a:r>
            <a:r>
              <a:rPr lang="en-US" altLang="ko-KR" sz="1200" dirty="0"/>
              <a:t>~</a:t>
            </a:r>
            <a:r>
              <a:rPr lang="ko-KR" altLang="en-US" sz="1200" dirty="0" err="1"/>
              <a:t>월패드</a:t>
            </a:r>
            <a:r>
              <a:rPr lang="ko-KR" altLang="en-US" sz="1200" dirty="0"/>
              <a:t> 중심 </a:t>
            </a:r>
          </a:p>
        </p:txBody>
      </p:sp>
      <p:pic>
        <p:nvPicPr>
          <p:cNvPr id="62" name="그림 61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78DC93-099B-66FA-2D2C-B4E235D74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00" y="514351"/>
            <a:ext cx="3116193" cy="2826208"/>
          </a:xfrm>
          <a:prstGeom prst="rect">
            <a:avLst/>
          </a:prstGeom>
        </p:spPr>
      </p:pic>
      <p:pic>
        <p:nvPicPr>
          <p:cNvPr id="8" name="그림 7" descr="텍스트, 원, 헤드폰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2162BF-B7A0-0574-0F0A-D59035A25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7678" y="3252126"/>
            <a:ext cx="1703001" cy="2332245"/>
          </a:xfrm>
          <a:prstGeom prst="rect">
            <a:avLst/>
          </a:prstGeom>
        </p:spPr>
      </p:pic>
      <p:pic>
        <p:nvPicPr>
          <p:cNvPr id="11" name="그림 10" descr="텍스트, 스크린샷, 원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0E830A-CC96-8511-8171-88E88359CA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1332" y="3338075"/>
            <a:ext cx="1598326" cy="2160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57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147</Words>
  <Application>Microsoft Office PowerPoint</Application>
  <PresentationFormat>와이드스크린</PresentationFormat>
  <Paragraphs>115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3337</dc:creator>
  <cp:lastModifiedBy>Hayujin Hayujin</cp:lastModifiedBy>
  <cp:revision>31</cp:revision>
  <dcterms:created xsi:type="dcterms:W3CDTF">2024-10-22T17:10:04Z</dcterms:created>
  <dcterms:modified xsi:type="dcterms:W3CDTF">2026-01-05T15:51:52Z</dcterms:modified>
</cp:coreProperties>
</file>