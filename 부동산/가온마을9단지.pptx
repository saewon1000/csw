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624" y="-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685F-EE63-CC15-3616-C7917805C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F62B5D-5022-7CDE-8AEB-1B16536F7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9478743-825E-3422-A9D9-8B4A910685FB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FE6E58B-DB38-76D8-532E-1686B3E9F854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6EC3BBC-A47F-B602-6822-1D76A6E57DAF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CDCDB6-9383-AE4F-705D-AD452CEF67D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44F40E2-AAB1-D311-FDA2-C17C9877EF86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950453-B8D6-8DE7-0A92-3BA3C132ABE9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2E1983C-E47D-6AD9-915D-C8C6DA19251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437B52-FCA5-FDCE-7C90-683B618CDC7D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3030A8-F910-88DD-525A-79FC19CE9812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A732115-F321-FCE8-7832-B8C8CD9BCA16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051ACF8-C4C9-4D71-FA28-8D0AD3054755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55192A8-AB50-BFF3-E790-6D05266F8CC7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10D45DD-01C1-B2B9-AEA9-B93BD7FFF30B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3A19B91-E762-D2CC-289C-A244A0305ECA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110F013-04F7-06D2-D043-ABC32FC2D7A5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57AC600-B004-A0DE-7C6D-0D8248A6873B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ADAE072F-D0C7-38DB-000A-372884D6780F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BC221BF-3F3A-C23E-18F5-B0DE8D62CA9D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5D10763C-F3F6-58EB-6A90-D1E15F5D3736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7DD88FE-042F-D801-DF8D-E8992A411E8D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EFC6FE0-C7C1-2E08-82B0-074A73C810CC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DDAAC1-73B2-0D6D-43BA-A4095779EC2F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782B21E5-4574-73E1-7C0A-65A68631D273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A13EE76-D1E5-F675-6819-85987E0E4E3E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B1E5CCD-7A46-8741-E14B-C97DF7BFC755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932E21E-B40F-19F3-AFDB-7946E23695C7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986C3BB-AC8C-5AD6-116D-08E5A559C1F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81E2E47-CFD9-E1D6-A8C7-0544A1217013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0C81652-AF9B-1533-225A-DCF9DC08BE2F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B7BA55A-56E7-78AF-7BFA-CDCD3EF2CDC2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1224259-2A27-4BFC-1179-F5B4D45B76A0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492F2F9-0FBB-B750-E71E-022A4493A5F0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CF362D9-C588-7D7C-690A-5436C0989694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44225E6-855F-CE52-41C5-36B31F83284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06FD505D-E88F-5AD4-2B5F-4C2C590520B8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8A2DDC0-8D53-BA4D-5179-B3207391DDA8}"/>
              </a:ext>
            </a:extLst>
          </p:cNvPr>
          <p:cNvSpPr txBox="1"/>
          <p:nvPr/>
        </p:nvSpPr>
        <p:spPr>
          <a:xfrm>
            <a:off x="7595506" y="2124241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08F2CE-198C-492A-8E0A-1B27A48DF15D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46E2B8A-6FAA-C99F-07CA-7F51649C16E4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2954C60-2EA0-9223-9C53-7B3E904FAB6A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DF1EE01D-DA71-39FE-3A30-F6F20EE76EF1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5D0046AB-1105-8A62-2439-3D9B40F499B4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B34AEF24-5A5F-291A-E839-5E2E3070D8F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A087F69-DB41-D8B0-074A-D6A3FEB66E2D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E2226169-122B-1164-FFB1-2EEDC4FD8C67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E3D1F13-F2F2-D966-C101-63A30EFFABA2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19847E2-2D26-BE13-1B5F-91313E292A35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B2C7ABE-3455-31C7-F773-D89A318D63A3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7A1CAF5-BC39-4DF3-B175-E421483E3C34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A502E3F-6331-B4A0-C925-5652C97D8A9A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352DBF5-612E-45E1-1D58-9D968F3FEE49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0A8B9099-E049-13EF-B235-324751521325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7CC9555-60D5-4B2D-9E1A-F3898324878B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44D6A02-8A9A-C98C-4F8E-1F446BF9425E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926137A4-656C-9F70-4D32-A1527BE69020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F2D5A50D-697D-DE04-99FC-04879D649A82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DC421319-C880-4442-956B-F2746157FD7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DC9AC18-36BB-1B8A-FBEA-D8CEFF398D6F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6A48CF9-9511-56A5-A2E4-CA62EBCBF76A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EC6EB139-C624-E6E5-82B6-DF24B8AD874B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6EEF2924-1B60-4E0A-30C5-B85B869BE358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20A245C0-001D-FE5A-D713-739568D4EA3F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751B7D95-FB60-B29B-66A9-D3C4C7489D08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4301D79C-3CCC-9A5B-D1FD-2D3D9A966D51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A7BDB131-B795-2F98-8E50-B965D54F55A5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E1B9C8A-B670-8020-F4D6-1E71AE7919B3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84CE17BF-AE43-D277-5D15-03DBAFC2BEEE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0CA0C9F9-4775-918C-019F-C54D62D4D02D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C9AF52E-4ADC-A3D7-C209-E5600D8C1409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5E7F824E-A76F-2D6B-5F30-44A365552456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CA14537C-C9A6-8D77-9C0A-323AAEDEE60D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D6727A0C-A522-D6F6-E8AE-A8DC8EA31D75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FFBC16B-A7B4-5499-93A0-E1F303FBF562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3BA93B6D-C7B4-A648-E327-A8876BE32736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18389FE-03AB-6DD5-1ED2-9539D80A1C9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FF47DD3-29C5-56F7-F990-7D15317AE53B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EC7EEC4F-63A4-F5A1-1EBC-72F1386AE341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DB3D1C0-F3BF-AA87-B351-6B1DD1ED98E4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FD01054-0D62-97C0-3B6B-F05A09D32B8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C8F6D24-2853-5DED-59A3-0C8C36128709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DD3ED099-2FBB-2F57-06DA-571AE45ACA2D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691FFC16-A268-BC84-14F3-1E4F1C7CED3B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1466E22-F235-F771-ABF6-ADD8841DF990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13D33182-5B44-76F8-565B-C6E7B9994FC8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622B6394-688D-7C43-AA0C-C308EA4F664D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C3A8131-7B93-E519-A9D0-4A49DEC296FF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D9C56D72-9E1A-A96D-C7B3-12FB2620A528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B26B4795-869E-33F8-1C23-B4776BD2FA22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954ECD49-1EBA-8139-EA19-B2D3D59EACA7}"/>
              </a:ext>
            </a:extLst>
          </p:cNvPr>
          <p:cNvSpPr/>
          <p:nvPr/>
        </p:nvSpPr>
        <p:spPr>
          <a:xfrm>
            <a:off x="8661624" y="3715152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5CBBD5F-41E2-4E68-C04E-AF561207DABD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004751" y="3628598"/>
            <a:ext cx="1227623" cy="235304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1769E8B-D468-CD02-D093-68458CA8C5F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572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336970" y="4594519"/>
            <a:ext cx="1298071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515100" y="47681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511244" y="493137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82083E6-FF0B-4AA8-7AFF-7ED847491475}"/>
              </a:ext>
            </a:extLst>
          </p:cNvPr>
          <p:cNvSpPr/>
          <p:nvPr/>
        </p:nvSpPr>
        <p:spPr>
          <a:xfrm>
            <a:off x="6375766" y="475975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ECB4160-A7C1-3DB5-37F1-2B0D8BF0BDA7}"/>
              </a:ext>
            </a:extLst>
          </p:cNvPr>
          <p:cNvSpPr/>
          <p:nvPr/>
        </p:nvSpPr>
        <p:spPr>
          <a:xfrm>
            <a:off x="6371910" y="492300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14E1E7F-C74B-7233-67F4-0129A8D8965D}"/>
              </a:ext>
            </a:extLst>
          </p:cNvPr>
          <p:cNvSpPr/>
          <p:nvPr/>
        </p:nvSpPr>
        <p:spPr>
          <a:xfrm>
            <a:off x="5502936" y="5735733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0CD700B4-AF58-F880-7E62-1CF5F2B7E346}"/>
              </a:ext>
            </a:extLst>
          </p:cNvPr>
          <p:cNvSpPr/>
          <p:nvPr/>
        </p:nvSpPr>
        <p:spPr>
          <a:xfrm>
            <a:off x="5499080" y="589897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55D14C1F-02E1-32E7-9635-671CB8C976D5}"/>
              </a:ext>
            </a:extLst>
          </p:cNvPr>
          <p:cNvSpPr/>
          <p:nvPr/>
        </p:nvSpPr>
        <p:spPr>
          <a:xfrm>
            <a:off x="6363602" y="5727363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E47D58CB-E3F6-B3D9-8A26-E55C228BBDB8}"/>
              </a:ext>
            </a:extLst>
          </p:cNvPr>
          <p:cNvSpPr/>
          <p:nvPr/>
        </p:nvSpPr>
        <p:spPr>
          <a:xfrm>
            <a:off x="6359746" y="589060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190mm/</a:t>
            </a:r>
          </a:p>
          <a:p>
            <a:pPr algn="ctr"/>
            <a:r>
              <a:rPr lang="ko-KR" altLang="en-US" sz="1200" dirty="0"/>
              <a:t>커튼박스 안쪽</a:t>
            </a:r>
            <a:r>
              <a:rPr lang="en-US" altLang="ko-KR" sz="1200" dirty="0"/>
              <a:t>~</a:t>
            </a:r>
            <a:r>
              <a:rPr lang="ko-KR" altLang="en-US" sz="1200" dirty="0" err="1"/>
              <a:t>월패드</a:t>
            </a:r>
            <a:r>
              <a:rPr lang="ko-KR" altLang="en-US" sz="1200" dirty="0"/>
              <a:t> 중심 </a:t>
            </a:r>
          </a:p>
        </p:txBody>
      </p:sp>
      <p:pic>
        <p:nvPicPr>
          <p:cNvPr id="62" name="그림 61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78DC93-099B-66FA-2D2C-B4E235D74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400" y="514351"/>
            <a:ext cx="3116193" cy="282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147</Words>
  <Application>Microsoft Office PowerPoint</Application>
  <PresentationFormat>와이드스크린</PresentationFormat>
  <Paragraphs>115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Hayujin Hayujin</cp:lastModifiedBy>
  <cp:revision>30</cp:revision>
  <dcterms:created xsi:type="dcterms:W3CDTF">2024-10-22T17:10:04Z</dcterms:created>
  <dcterms:modified xsi:type="dcterms:W3CDTF">2025-12-26T15:39:03Z</dcterms:modified>
</cp:coreProperties>
</file>