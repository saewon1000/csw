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7" r:id="rId2"/>
    <p:sldId id="259" r:id="rId3"/>
    <p:sldId id="260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34323F-1ADB-4AB6-B0D8-1B1AFCDC436F}" type="datetimeFigureOut">
              <a:rPr lang="ko-KR" altLang="en-US" smtClean="0"/>
              <a:t>2026-01-10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318458-9E72-4799-BF86-5EA6D01704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6547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18458-9E72-4799-BF86-5EA6D017044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36329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D2AC2-0600-B812-AE61-AB4B5C16C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6D67199-A83A-0D80-4C88-33C31B8F33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836652-3293-A5CD-B6D9-1E76AEDE3F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094C6E-A8BD-15AD-B6BA-CEFF9C97E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18458-9E72-4799-BF86-5EA6D017044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91166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7466D6-8235-16C3-DAB2-AA7A998275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3B57631-A475-9485-753C-FD52D11218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3DC127-3B04-6530-710D-CDF6BA30F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2C2B67-DBC0-B062-62AD-9391358BC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92B5A1-132F-FF97-147E-CF33946A2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15126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40B2FD-816F-2A6F-955D-42637428E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920733-7EAD-BB02-6AC9-99A24139CD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6FF63A-4076-12C4-47EC-54E9596F8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5188F34-8F21-99BE-64F2-98164DEFF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6F559A-8DAF-7AF0-1289-5B77C151E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5800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DB13F5-EA7B-AB10-AB15-4DEBD2013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276CE97-DE79-40F6-852F-54C73F826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4C2D5E-A291-5221-3B2E-32EB8EF1D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81BD78-DF96-FA1C-F4B5-39B11EAD9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8FF9DA-C8CA-9B15-34F8-59D0BCE4B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0470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DA4DBF-7E05-DCF0-96F8-8B59C60AB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816A32-2AA4-A3BD-2494-FC24A1FEBC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0F2352C-0FEE-D9BF-3E98-3BDF6A9F44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FEC46AD-231E-047B-5045-DA5A14458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D62C2CD-929D-4191-B356-C8814E46C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BDA7E9-B514-905A-13F2-B1D7135D3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9332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486BBA-3C94-FE29-BCEB-A48D92EFC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BF7667C-C53D-B482-65CB-1A36F04A48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72F7BC-0C2F-A5F3-FACE-5A0F4644B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35DCE1F-F1EB-58C6-ED7A-BFA63BAF76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3127D7-7A94-A4F7-D27F-5228BC3CFC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F659F1B-5470-A01C-0D32-AA51C0D42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64B3738-ADDC-4C92-48B8-C748EAA31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5D4F83E-6DC0-FE8C-F9D5-E57D6283A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89368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ED0B61-EC0F-0E5F-9D55-3E80F36FD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C611F83-B3FC-E709-42E6-8E98BE36A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E8E5CC4-CB11-114C-EF65-BFB8EAB4F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ADF4FCD-29E1-8F1A-2A0A-CC5B37103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50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08910ED-3E45-4E91-8D99-0DDD28D603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2922E7B-9FC0-4919-6BD3-DE651AA94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09A2CA-8708-C381-BE9D-E7925B82E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34556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7536B7-C6C4-C0D2-293C-9805ABD5C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958111-E7FA-7140-4E11-6A5E8A004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7014F9-A481-7263-A554-264398E1BE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C5721CD-B2E7-5B96-BCDC-381D2C0EC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1460195-4530-B27B-6CC8-284984251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AA8EDE6-538E-9013-B7A5-6769A40CF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5811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5E0636-A322-ED76-1E8C-1907A841D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A3FA479-446D-D91A-1CCE-DEE5B09016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0FCF4D7-3BE2-09FF-0647-C050A24D25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9230B7-743C-5469-929A-B3CA0A466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6EDB69D-C88A-AF42-B0BD-E039C7B47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7074972-1735-F65F-8A0B-1AD10FD2F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141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2E7714-37FB-0197-D766-4ADA181CD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A5F8E6-A7C9-71B7-E6EB-A9D338A8D7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C4212F1-EE67-A34D-F370-46BEEEA3C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36AF04-EF19-748A-F01C-890621B32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64C881-13CD-0255-379D-DA062BCC1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2798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E810845-B97C-3B16-0AEC-0EB21CC16D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EAD50C3-BD07-F29A-57D0-024462FEA0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AFEC12-2EBA-CFF7-6B77-89073AB7F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7D8631-7365-B389-8B6B-3693C1F62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3EB1D59-A02E-89DA-D4D9-0B8259A59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6825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FDD01D1-9588-6830-6111-349959B10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B63C7BE-8DA0-9E04-2619-A5306CB193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A11F83-A589-594A-A9DA-2B2B00178C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E642E8-9A08-43B7-9C9C-D45DDC7423F4}" type="datetimeFigureOut">
              <a:rPr lang="ko-KR" altLang="en-US" smtClean="0"/>
              <a:t>2026-01-10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210B63-DD23-1706-82CC-E3E89DB2E4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1F99DE-A0A0-FC38-5C0D-F15EA8B4C6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79977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직사각형, 사각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EC4DB08-9505-6E91-FA12-E4F840EEDB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228" y="0"/>
            <a:ext cx="7917543" cy="6858000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56D27EF6-0F90-FDF3-7447-881FE848BBD5}"/>
              </a:ext>
            </a:extLst>
          </p:cNvPr>
          <p:cNvCxnSpPr/>
          <p:nvPr/>
        </p:nvCxnSpPr>
        <p:spPr>
          <a:xfrm>
            <a:off x="2388053" y="3873500"/>
            <a:ext cx="0" cy="189865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1570D1A-D95F-DB48-3E91-4CE89568D0C1}"/>
              </a:ext>
            </a:extLst>
          </p:cNvPr>
          <p:cNvSpPr txBox="1"/>
          <p:nvPr/>
        </p:nvSpPr>
        <p:spPr>
          <a:xfrm>
            <a:off x="2388053" y="4695867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4270985C-A733-A57E-4C7E-07E32F68613B}"/>
              </a:ext>
            </a:extLst>
          </p:cNvPr>
          <p:cNvCxnSpPr>
            <a:cxnSpLocks/>
          </p:cNvCxnSpPr>
          <p:nvPr/>
        </p:nvCxnSpPr>
        <p:spPr>
          <a:xfrm>
            <a:off x="4584700" y="4451350"/>
            <a:ext cx="0" cy="13208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D3CC30A-2B21-DAFA-78AA-C2DC051978FE}"/>
              </a:ext>
            </a:extLst>
          </p:cNvPr>
          <p:cNvSpPr txBox="1"/>
          <p:nvPr/>
        </p:nvSpPr>
        <p:spPr>
          <a:xfrm>
            <a:off x="4147003" y="498479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D33CC3D3-4FB6-5A5B-0243-79F43FA90ADF}"/>
              </a:ext>
            </a:extLst>
          </p:cNvPr>
          <p:cNvCxnSpPr>
            <a:cxnSpLocks/>
          </p:cNvCxnSpPr>
          <p:nvPr/>
        </p:nvCxnSpPr>
        <p:spPr>
          <a:xfrm>
            <a:off x="4699453" y="4451350"/>
            <a:ext cx="0" cy="20320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7547B01-92C5-FA39-B5D4-24DC1440696E}"/>
              </a:ext>
            </a:extLst>
          </p:cNvPr>
          <p:cNvSpPr txBox="1"/>
          <p:nvPr/>
        </p:nvSpPr>
        <p:spPr>
          <a:xfrm>
            <a:off x="4658631" y="534039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3550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89F320C-9482-674A-FCCF-7FF4D223CC48}"/>
              </a:ext>
            </a:extLst>
          </p:cNvPr>
          <p:cNvCxnSpPr>
            <a:cxnSpLocks/>
          </p:cNvCxnSpPr>
          <p:nvPr/>
        </p:nvCxnSpPr>
        <p:spPr>
          <a:xfrm>
            <a:off x="8338003" y="4695867"/>
            <a:ext cx="0" cy="7079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AF7FAC0-1B50-0B88-9FB3-9F8D8E4C6541}"/>
              </a:ext>
            </a:extLst>
          </p:cNvPr>
          <p:cNvSpPr txBox="1"/>
          <p:nvPr/>
        </p:nvSpPr>
        <p:spPr>
          <a:xfrm>
            <a:off x="7884431" y="49229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BB5E1DD-553C-A053-E242-C4EE3093E8F9}"/>
              </a:ext>
            </a:extLst>
          </p:cNvPr>
          <p:cNvCxnSpPr>
            <a:cxnSpLocks/>
          </p:cNvCxnSpPr>
          <p:nvPr/>
        </p:nvCxnSpPr>
        <p:spPr>
          <a:xfrm>
            <a:off x="7175953" y="5775367"/>
            <a:ext cx="0" cy="7079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35AD818-B64D-8390-C772-6CC49DB56EC7}"/>
              </a:ext>
            </a:extLst>
          </p:cNvPr>
          <p:cNvSpPr txBox="1"/>
          <p:nvPr/>
        </p:nvSpPr>
        <p:spPr>
          <a:xfrm>
            <a:off x="6721928" y="60024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8F49C4EA-F08C-AE37-9476-3E1756B410D0}"/>
              </a:ext>
            </a:extLst>
          </p:cNvPr>
          <p:cNvCxnSpPr>
            <a:cxnSpLocks/>
          </p:cNvCxnSpPr>
          <p:nvPr/>
        </p:nvCxnSpPr>
        <p:spPr>
          <a:xfrm>
            <a:off x="9309553" y="2244767"/>
            <a:ext cx="0" cy="1019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809C056-A350-F45A-9412-38C35E2221C6}"/>
              </a:ext>
            </a:extLst>
          </p:cNvPr>
          <p:cNvSpPr txBox="1"/>
          <p:nvPr/>
        </p:nvSpPr>
        <p:spPr>
          <a:xfrm>
            <a:off x="8868681" y="26273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1800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2578E821-08AE-B702-8E76-733B5E8D6ECF}"/>
              </a:ext>
            </a:extLst>
          </p:cNvPr>
          <p:cNvCxnSpPr>
            <a:cxnSpLocks/>
          </p:cNvCxnSpPr>
          <p:nvPr/>
        </p:nvCxnSpPr>
        <p:spPr>
          <a:xfrm>
            <a:off x="9309553" y="708067"/>
            <a:ext cx="0" cy="1019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D70B7A4-1DC8-F434-EF73-F8764D1DBB4F}"/>
              </a:ext>
            </a:extLst>
          </p:cNvPr>
          <p:cNvSpPr txBox="1"/>
          <p:nvPr/>
        </p:nvSpPr>
        <p:spPr>
          <a:xfrm>
            <a:off x="8868681" y="10906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1800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B336D83F-C23B-FC6B-EA6C-6C07CD91F434}"/>
              </a:ext>
            </a:extLst>
          </p:cNvPr>
          <p:cNvCxnSpPr>
            <a:cxnSpLocks/>
          </p:cNvCxnSpPr>
          <p:nvPr/>
        </p:nvCxnSpPr>
        <p:spPr>
          <a:xfrm>
            <a:off x="7341053" y="384217"/>
            <a:ext cx="0" cy="11524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D311A48-5DF3-5FB7-5A9A-B5F974450DB3}"/>
              </a:ext>
            </a:extLst>
          </p:cNvPr>
          <p:cNvSpPr txBox="1"/>
          <p:nvPr/>
        </p:nvSpPr>
        <p:spPr>
          <a:xfrm>
            <a:off x="7306581" y="8874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2000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D39AD6F4-3FDC-EA2D-1AD0-D8093893D528}"/>
              </a:ext>
            </a:extLst>
          </p:cNvPr>
          <p:cNvCxnSpPr>
            <a:cxnSpLocks/>
          </p:cNvCxnSpPr>
          <p:nvPr/>
        </p:nvCxnSpPr>
        <p:spPr>
          <a:xfrm>
            <a:off x="9446983" y="384217"/>
            <a:ext cx="0" cy="1654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E76A1A43-424A-D894-01E2-112B36E98008}"/>
              </a:ext>
            </a:extLst>
          </p:cNvPr>
          <p:cNvSpPr txBox="1"/>
          <p:nvPr/>
        </p:nvSpPr>
        <p:spPr>
          <a:xfrm>
            <a:off x="9412511" y="10955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2850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91331869-360E-3CAB-1E89-8364A74D12DB}"/>
              </a:ext>
            </a:extLst>
          </p:cNvPr>
          <p:cNvCxnSpPr>
            <a:cxnSpLocks/>
          </p:cNvCxnSpPr>
          <p:nvPr/>
        </p:nvCxnSpPr>
        <p:spPr>
          <a:xfrm>
            <a:off x="9446983" y="2133600"/>
            <a:ext cx="0" cy="13716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1765F2B-8A60-1EA3-BEB5-17B960CAE6EB}"/>
              </a:ext>
            </a:extLst>
          </p:cNvPr>
          <p:cNvSpPr txBox="1"/>
          <p:nvPr/>
        </p:nvSpPr>
        <p:spPr>
          <a:xfrm>
            <a:off x="9412511" y="26273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AAFCC40-4401-D1F8-9586-1B7190D2A2B9}"/>
              </a:ext>
            </a:extLst>
          </p:cNvPr>
          <p:cNvCxnSpPr>
            <a:cxnSpLocks/>
          </p:cNvCxnSpPr>
          <p:nvPr/>
        </p:nvCxnSpPr>
        <p:spPr>
          <a:xfrm>
            <a:off x="7341053" y="2351191"/>
            <a:ext cx="0" cy="64922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DC41B2D6-D71B-50AD-E1B0-CE5005E6D5CD}"/>
              </a:ext>
            </a:extLst>
          </p:cNvPr>
          <p:cNvSpPr txBox="1"/>
          <p:nvPr/>
        </p:nvSpPr>
        <p:spPr>
          <a:xfrm>
            <a:off x="7306581" y="254812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1150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3A20677-03A3-9F6F-E453-D17E7951D9DE}"/>
              </a:ext>
            </a:extLst>
          </p:cNvPr>
          <p:cNvCxnSpPr>
            <a:cxnSpLocks/>
          </p:cNvCxnSpPr>
          <p:nvPr/>
        </p:nvCxnSpPr>
        <p:spPr>
          <a:xfrm>
            <a:off x="8529862" y="3683000"/>
            <a:ext cx="0" cy="39522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27DAB98E-B79C-C187-07A7-D2A58BA36519}"/>
              </a:ext>
            </a:extLst>
          </p:cNvPr>
          <p:cNvSpPr txBox="1"/>
          <p:nvPr/>
        </p:nvSpPr>
        <p:spPr>
          <a:xfrm>
            <a:off x="8125731" y="3753654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645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B92E8FF-EF62-AFD4-2F6B-E35AB62108CE}"/>
              </a:ext>
            </a:extLst>
          </p:cNvPr>
          <p:cNvCxnSpPr>
            <a:cxnSpLocks/>
          </p:cNvCxnSpPr>
          <p:nvPr/>
        </p:nvCxnSpPr>
        <p:spPr>
          <a:xfrm>
            <a:off x="9761762" y="4126780"/>
            <a:ext cx="0" cy="197612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051585F-78C1-E27C-43F1-DCA365644D42}"/>
              </a:ext>
            </a:extLst>
          </p:cNvPr>
          <p:cNvSpPr txBox="1"/>
          <p:nvPr/>
        </p:nvSpPr>
        <p:spPr>
          <a:xfrm>
            <a:off x="9803947" y="4098628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355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B8479A1E-6B38-2AFC-73CB-DC5F042A57BD}"/>
              </a:ext>
            </a:extLst>
          </p:cNvPr>
          <p:cNvCxnSpPr>
            <a:cxnSpLocks/>
          </p:cNvCxnSpPr>
          <p:nvPr/>
        </p:nvCxnSpPr>
        <p:spPr>
          <a:xfrm>
            <a:off x="9761762" y="4352544"/>
            <a:ext cx="0" cy="492506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EBC01D2-800D-18D1-C0B9-4273535B287D}"/>
              </a:ext>
            </a:extLst>
          </p:cNvPr>
          <p:cNvSpPr txBox="1"/>
          <p:nvPr/>
        </p:nvSpPr>
        <p:spPr>
          <a:xfrm>
            <a:off x="9803947" y="4467561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0BAF8FAC-9FEC-E35A-AA3E-24FE4FADE8BE}"/>
              </a:ext>
            </a:extLst>
          </p:cNvPr>
          <p:cNvCxnSpPr>
            <a:cxnSpLocks/>
          </p:cNvCxnSpPr>
          <p:nvPr/>
        </p:nvCxnSpPr>
        <p:spPr>
          <a:xfrm>
            <a:off x="9761762" y="4845050"/>
            <a:ext cx="0" cy="492464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D8C9E37-C323-BE21-AC9F-316223D959DE}"/>
              </a:ext>
            </a:extLst>
          </p:cNvPr>
          <p:cNvSpPr txBox="1"/>
          <p:nvPr/>
        </p:nvSpPr>
        <p:spPr>
          <a:xfrm>
            <a:off x="9803947" y="4971459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895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E15F0617-34F1-151B-A237-9A20DADB97FD}"/>
              </a:ext>
            </a:extLst>
          </p:cNvPr>
          <p:cNvCxnSpPr>
            <a:cxnSpLocks/>
          </p:cNvCxnSpPr>
          <p:nvPr/>
        </p:nvCxnSpPr>
        <p:spPr>
          <a:xfrm>
            <a:off x="9761762" y="5340392"/>
            <a:ext cx="0" cy="45525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8387EBE-AC04-F261-3C2A-11CFD0F6374E}"/>
              </a:ext>
            </a:extLst>
          </p:cNvPr>
          <p:cNvSpPr txBox="1"/>
          <p:nvPr/>
        </p:nvSpPr>
        <p:spPr>
          <a:xfrm>
            <a:off x="9803947" y="5467350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A6200EC4-42FF-E2F8-B1F0-4D137AA8B64D}"/>
              </a:ext>
            </a:extLst>
          </p:cNvPr>
          <p:cNvCxnSpPr>
            <a:cxnSpLocks/>
          </p:cNvCxnSpPr>
          <p:nvPr/>
        </p:nvCxnSpPr>
        <p:spPr>
          <a:xfrm>
            <a:off x="7322005" y="5960766"/>
            <a:ext cx="0" cy="593089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40A6B4B9-49EE-B512-EDDE-F7CD7F7D8070}"/>
              </a:ext>
            </a:extLst>
          </p:cNvPr>
          <p:cNvSpPr txBox="1"/>
          <p:nvPr/>
        </p:nvSpPr>
        <p:spPr>
          <a:xfrm>
            <a:off x="7261679" y="613323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1010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F01E58FC-E44D-CC25-0712-9D0055A230C6}"/>
              </a:ext>
            </a:extLst>
          </p:cNvPr>
          <p:cNvCxnSpPr>
            <a:cxnSpLocks/>
          </p:cNvCxnSpPr>
          <p:nvPr/>
        </p:nvCxnSpPr>
        <p:spPr>
          <a:xfrm>
            <a:off x="7629978" y="2124157"/>
            <a:ext cx="0" cy="227034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C9D02FE-D646-6654-C8E1-7C940AA0258B}"/>
              </a:ext>
            </a:extLst>
          </p:cNvPr>
          <p:cNvSpPr txBox="1"/>
          <p:nvPr/>
        </p:nvSpPr>
        <p:spPr>
          <a:xfrm>
            <a:off x="7644947" y="2124241"/>
            <a:ext cx="344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78585F3-1C41-88D5-16AF-E6D066CF6A7B}"/>
              </a:ext>
            </a:extLst>
          </p:cNvPr>
          <p:cNvSpPr txBox="1"/>
          <p:nvPr/>
        </p:nvSpPr>
        <p:spPr>
          <a:xfrm>
            <a:off x="2676978" y="5556037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1450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97C5966-FE34-DA20-D884-999BE8650ED8}"/>
              </a:ext>
            </a:extLst>
          </p:cNvPr>
          <p:cNvCxnSpPr>
            <a:cxnSpLocks/>
          </p:cNvCxnSpPr>
          <p:nvPr/>
        </p:nvCxnSpPr>
        <p:spPr>
          <a:xfrm flipH="1">
            <a:off x="2438400" y="5822950"/>
            <a:ext cx="844550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61DB1DE4-E76A-87BD-9A4E-E1FA8493B33C}"/>
              </a:ext>
            </a:extLst>
          </p:cNvPr>
          <p:cNvSpPr txBox="1"/>
          <p:nvPr/>
        </p:nvSpPr>
        <p:spPr>
          <a:xfrm>
            <a:off x="3594780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B5B54548-86F2-4B98-CCCA-3AE08E1ED208}"/>
              </a:ext>
            </a:extLst>
          </p:cNvPr>
          <p:cNvCxnSpPr>
            <a:cxnSpLocks/>
          </p:cNvCxnSpPr>
          <p:nvPr/>
        </p:nvCxnSpPr>
        <p:spPr>
          <a:xfrm flipH="1">
            <a:off x="3284309" y="5822950"/>
            <a:ext cx="10209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359F516D-CCD7-2583-0143-6F6C78D95F26}"/>
              </a:ext>
            </a:extLst>
          </p:cNvPr>
          <p:cNvCxnSpPr>
            <a:cxnSpLocks/>
          </p:cNvCxnSpPr>
          <p:nvPr/>
        </p:nvCxnSpPr>
        <p:spPr>
          <a:xfrm flipH="1">
            <a:off x="4306659" y="5822950"/>
            <a:ext cx="2335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9220EB3B-26FB-FB49-8917-57149D7A6595}"/>
              </a:ext>
            </a:extLst>
          </p:cNvPr>
          <p:cNvSpPr txBox="1"/>
          <p:nvPr/>
        </p:nvSpPr>
        <p:spPr>
          <a:xfrm>
            <a:off x="4212545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651C7022-EAAF-5730-D75F-9FF950FDAB21}"/>
              </a:ext>
            </a:extLst>
          </p:cNvPr>
          <p:cNvCxnSpPr>
            <a:cxnSpLocks/>
          </p:cNvCxnSpPr>
          <p:nvPr/>
        </p:nvCxnSpPr>
        <p:spPr>
          <a:xfrm flipH="1">
            <a:off x="4695142" y="6515333"/>
            <a:ext cx="265569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D6CB2C8B-EB7E-CC73-9012-ED7795A683E8}"/>
              </a:ext>
            </a:extLst>
          </p:cNvPr>
          <p:cNvSpPr txBox="1"/>
          <p:nvPr/>
        </p:nvSpPr>
        <p:spPr>
          <a:xfrm>
            <a:off x="4671786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8E147D46-9238-F0E9-FC48-851D8D0BB2DE}"/>
              </a:ext>
            </a:extLst>
          </p:cNvPr>
          <p:cNvCxnSpPr>
            <a:cxnSpLocks/>
          </p:cNvCxnSpPr>
          <p:nvPr/>
        </p:nvCxnSpPr>
        <p:spPr>
          <a:xfrm flipH="1">
            <a:off x="6901767" y="6515333"/>
            <a:ext cx="2335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D3342AC1-07C4-2C5D-38DF-DA24B8D3043B}"/>
              </a:ext>
            </a:extLst>
          </p:cNvPr>
          <p:cNvSpPr txBox="1"/>
          <p:nvPr/>
        </p:nvSpPr>
        <p:spPr>
          <a:xfrm>
            <a:off x="6807653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53215500-E515-43DE-1187-6E7595F92334}"/>
              </a:ext>
            </a:extLst>
          </p:cNvPr>
          <p:cNvCxnSpPr>
            <a:cxnSpLocks/>
          </p:cNvCxnSpPr>
          <p:nvPr/>
        </p:nvCxnSpPr>
        <p:spPr>
          <a:xfrm flipH="1">
            <a:off x="7135358" y="5811816"/>
            <a:ext cx="897392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627E2BFC-9064-20CF-537E-FBA7FF8DEBA5}"/>
              </a:ext>
            </a:extLst>
          </p:cNvPr>
          <p:cNvSpPr txBox="1"/>
          <p:nvPr/>
        </p:nvSpPr>
        <p:spPr>
          <a:xfrm>
            <a:off x="7385503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1650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C6D5DCF3-B816-F121-FE59-0445B0E69C5E}"/>
              </a:ext>
            </a:extLst>
          </p:cNvPr>
          <p:cNvCxnSpPr>
            <a:cxnSpLocks/>
          </p:cNvCxnSpPr>
          <p:nvPr/>
        </p:nvCxnSpPr>
        <p:spPr>
          <a:xfrm flipH="1">
            <a:off x="8062004" y="5811816"/>
            <a:ext cx="101849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0B266AF5-F6AC-8F3C-3ED8-F9E069C8709B}"/>
              </a:ext>
            </a:extLst>
          </p:cNvPr>
          <p:cNvSpPr txBox="1"/>
          <p:nvPr/>
        </p:nvSpPr>
        <p:spPr>
          <a:xfrm>
            <a:off x="8347301" y="56023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993878BF-2170-BACC-D02A-B1C1AF6CFDF3}"/>
              </a:ext>
            </a:extLst>
          </p:cNvPr>
          <p:cNvCxnSpPr>
            <a:cxnSpLocks/>
          </p:cNvCxnSpPr>
          <p:nvPr/>
        </p:nvCxnSpPr>
        <p:spPr>
          <a:xfrm flipH="1">
            <a:off x="8062004" y="6596656"/>
            <a:ext cx="101849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10FDEB3-807A-E54B-2614-6035E4CF2A90}"/>
              </a:ext>
            </a:extLst>
          </p:cNvPr>
          <p:cNvSpPr txBox="1"/>
          <p:nvPr/>
        </p:nvSpPr>
        <p:spPr>
          <a:xfrm>
            <a:off x="8347301" y="638714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E1449AA4-E938-DDA5-C883-2451E236E0EB}"/>
              </a:ext>
            </a:extLst>
          </p:cNvPr>
          <p:cNvCxnSpPr>
            <a:cxnSpLocks/>
          </p:cNvCxnSpPr>
          <p:nvPr/>
        </p:nvCxnSpPr>
        <p:spPr>
          <a:xfrm flipH="1">
            <a:off x="7280954" y="3662956"/>
            <a:ext cx="118132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4DA5FE85-27D1-4C80-ABE9-099DBDA0DF9E}"/>
              </a:ext>
            </a:extLst>
          </p:cNvPr>
          <p:cNvSpPr txBox="1"/>
          <p:nvPr/>
        </p:nvSpPr>
        <p:spPr>
          <a:xfrm>
            <a:off x="7649481" y="36439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2100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68C24374-6826-310C-AF8E-4C22985DB291}"/>
              </a:ext>
            </a:extLst>
          </p:cNvPr>
          <p:cNvCxnSpPr>
            <a:cxnSpLocks/>
          </p:cNvCxnSpPr>
          <p:nvPr/>
        </p:nvCxnSpPr>
        <p:spPr>
          <a:xfrm flipH="1">
            <a:off x="7280954" y="3555006"/>
            <a:ext cx="196464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FEEDA1FA-7D70-7175-694D-5C3E85C4D6B9}"/>
              </a:ext>
            </a:extLst>
          </p:cNvPr>
          <p:cNvSpPr txBox="1"/>
          <p:nvPr/>
        </p:nvSpPr>
        <p:spPr>
          <a:xfrm>
            <a:off x="8017554" y="327465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2" name="직선 화살표 연결선 91">
            <a:extLst>
              <a:ext uri="{FF2B5EF4-FFF2-40B4-BE49-F238E27FC236}">
                <a16:creationId xmlns:a16="http://schemas.microsoft.com/office/drawing/2014/main" id="{FF15FA71-BAB0-404F-4E42-3500F45CEF65}"/>
              </a:ext>
            </a:extLst>
          </p:cNvPr>
          <p:cNvCxnSpPr>
            <a:cxnSpLocks/>
          </p:cNvCxnSpPr>
          <p:nvPr/>
        </p:nvCxnSpPr>
        <p:spPr>
          <a:xfrm flipH="1">
            <a:off x="7341053" y="333756"/>
            <a:ext cx="190454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FAB32269-B58D-BC2C-AEE6-99B7C06E6A1F}"/>
              </a:ext>
            </a:extLst>
          </p:cNvPr>
          <p:cNvSpPr txBox="1"/>
          <p:nvPr/>
        </p:nvSpPr>
        <p:spPr>
          <a:xfrm>
            <a:off x="8083774" y="32461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F61DEC24-F129-6101-58EE-9698A0B5F594}"/>
              </a:ext>
            </a:extLst>
          </p:cNvPr>
          <p:cNvCxnSpPr>
            <a:cxnSpLocks/>
          </p:cNvCxnSpPr>
          <p:nvPr/>
        </p:nvCxnSpPr>
        <p:spPr>
          <a:xfrm flipH="1">
            <a:off x="7322005" y="2350329"/>
            <a:ext cx="31795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E599F7BB-E79A-2021-B45F-43B9A9CF0C1D}"/>
              </a:ext>
            </a:extLst>
          </p:cNvPr>
          <p:cNvSpPr txBox="1"/>
          <p:nvPr/>
        </p:nvSpPr>
        <p:spPr>
          <a:xfrm>
            <a:off x="7356022" y="234118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48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17265F71-865A-8DF3-28BD-4972E5F112AD}"/>
              </a:ext>
            </a:extLst>
          </p:cNvPr>
          <p:cNvCxnSpPr>
            <a:cxnSpLocks/>
          </p:cNvCxnSpPr>
          <p:nvPr/>
        </p:nvCxnSpPr>
        <p:spPr>
          <a:xfrm flipH="1">
            <a:off x="7629978" y="2097806"/>
            <a:ext cx="1615622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C50A4628-E19F-480F-4606-02C44577A0A7}"/>
              </a:ext>
            </a:extLst>
          </p:cNvPr>
          <p:cNvSpPr txBox="1"/>
          <p:nvPr/>
        </p:nvSpPr>
        <p:spPr>
          <a:xfrm>
            <a:off x="8083774" y="208866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F08E8F88-975A-52E6-0C64-0B9138AB745B}"/>
              </a:ext>
            </a:extLst>
          </p:cNvPr>
          <p:cNvCxnSpPr>
            <a:cxnSpLocks/>
          </p:cNvCxnSpPr>
          <p:nvPr/>
        </p:nvCxnSpPr>
        <p:spPr>
          <a:xfrm flipH="1">
            <a:off x="8303986" y="4757148"/>
            <a:ext cx="357638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1B02656-57F0-AE4B-4A52-FBE2D57A7811}"/>
              </a:ext>
            </a:extLst>
          </p:cNvPr>
          <p:cNvSpPr txBox="1"/>
          <p:nvPr/>
        </p:nvSpPr>
        <p:spPr>
          <a:xfrm>
            <a:off x="8306479" y="450043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650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6AE67BBC-13EB-ABF4-851E-BD42EE5B9155}"/>
              </a:ext>
            </a:extLst>
          </p:cNvPr>
          <p:cNvCxnSpPr>
            <a:cxnSpLocks/>
          </p:cNvCxnSpPr>
          <p:nvPr/>
        </p:nvCxnSpPr>
        <p:spPr>
          <a:xfrm flipH="1">
            <a:off x="8500154" y="4061589"/>
            <a:ext cx="50414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F4654FC-8CBD-BBA9-4ABE-4314D5839E02}"/>
              </a:ext>
            </a:extLst>
          </p:cNvPr>
          <p:cNvSpPr txBox="1"/>
          <p:nvPr/>
        </p:nvSpPr>
        <p:spPr>
          <a:xfrm>
            <a:off x="8512967" y="404253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9CBA99BF-F535-0A5F-1098-4B5A389FD5D7}"/>
              </a:ext>
            </a:extLst>
          </p:cNvPr>
          <p:cNvCxnSpPr>
            <a:cxnSpLocks/>
          </p:cNvCxnSpPr>
          <p:nvPr/>
        </p:nvCxnSpPr>
        <p:spPr>
          <a:xfrm flipH="1">
            <a:off x="9007587" y="4061589"/>
            <a:ext cx="199913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74D1207F-4A37-6244-DE99-35FD6E689A67}"/>
              </a:ext>
            </a:extLst>
          </p:cNvPr>
          <p:cNvSpPr txBox="1"/>
          <p:nvPr/>
        </p:nvSpPr>
        <p:spPr>
          <a:xfrm>
            <a:off x="8916080" y="40507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356DAE0E-1294-9BAA-47F2-3D05B72663BE}"/>
              </a:ext>
            </a:extLst>
          </p:cNvPr>
          <p:cNvCxnSpPr>
            <a:cxnSpLocks/>
          </p:cNvCxnSpPr>
          <p:nvPr/>
        </p:nvCxnSpPr>
        <p:spPr>
          <a:xfrm flipH="1">
            <a:off x="3930083" y="3849709"/>
            <a:ext cx="61016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B7878ABC-0D08-E3BC-50D4-D7FBE00BBF5B}"/>
              </a:ext>
            </a:extLst>
          </p:cNvPr>
          <p:cNvSpPr txBox="1"/>
          <p:nvPr/>
        </p:nvSpPr>
        <p:spPr>
          <a:xfrm>
            <a:off x="3987120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1060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01AB5D34-8DF6-8E74-5FB8-25E08CEA1AFF}"/>
              </a:ext>
            </a:extLst>
          </p:cNvPr>
          <p:cNvCxnSpPr>
            <a:cxnSpLocks/>
          </p:cNvCxnSpPr>
          <p:nvPr/>
        </p:nvCxnSpPr>
        <p:spPr>
          <a:xfrm flipH="1">
            <a:off x="4717313" y="3849709"/>
            <a:ext cx="183588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BFAB8BF9-DB22-ABF0-4EDA-F105F68FBD76}"/>
              </a:ext>
            </a:extLst>
          </p:cNvPr>
          <p:cNvSpPr txBox="1"/>
          <p:nvPr/>
        </p:nvSpPr>
        <p:spPr>
          <a:xfrm>
            <a:off x="5497058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3150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189BD781-23DB-0F54-D2EC-BC8CDC31DD40}"/>
              </a:ext>
            </a:extLst>
          </p:cNvPr>
          <p:cNvCxnSpPr>
            <a:cxnSpLocks/>
          </p:cNvCxnSpPr>
          <p:nvPr/>
        </p:nvCxnSpPr>
        <p:spPr>
          <a:xfrm flipH="1">
            <a:off x="4995636" y="6515799"/>
            <a:ext cx="190613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FFEAE5-C48C-C0DA-AAC8-9AA41CC965CC}"/>
              </a:ext>
            </a:extLst>
          </p:cNvPr>
          <p:cNvSpPr txBox="1"/>
          <p:nvPr/>
        </p:nvSpPr>
        <p:spPr>
          <a:xfrm>
            <a:off x="5697081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C991D36F-3BE5-FBD2-CD27-416930B2C6BF}"/>
              </a:ext>
            </a:extLst>
          </p:cNvPr>
          <p:cNvCxnSpPr>
            <a:cxnSpLocks/>
          </p:cNvCxnSpPr>
          <p:nvPr/>
        </p:nvCxnSpPr>
        <p:spPr>
          <a:xfrm flipH="1">
            <a:off x="4695142" y="6642757"/>
            <a:ext cx="244021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D4AB6E4C-5DA4-A4EC-F90D-479B74FC51BD}"/>
              </a:ext>
            </a:extLst>
          </p:cNvPr>
          <p:cNvSpPr txBox="1"/>
          <p:nvPr/>
        </p:nvSpPr>
        <p:spPr>
          <a:xfrm>
            <a:off x="5697081" y="65936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4100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79F803D9-A837-4730-8ED6-EF3A532B3768}"/>
              </a:ext>
            </a:extLst>
          </p:cNvPr>
          <p:cNvCxnSpPr>
            <a:cxnSpLocks/>
          </p:cNvCxnSpPr>
          <p:nvPr/>
        </p:nvCxnSpPr>
        <p:spPr>
          <a:xfrm flipH="1">
            <a:off x="2445089" y="3849709"/>
            <a:ext cx="89501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A1B7E74B-3BDF-09F7-0EC5-680395C75109}"/>
              </a:ext>
            </a:extLst>
          </p:cNvPr>
          <p:cNvSpPr txBox="1"/>
          <p:nvPr/>
        </p:nvSpPr>
        <p:spPr>
          <a:xfrm>
            <a:off x="2647269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1600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7" name="직선 화살표 연결선 126">
            <a:extLst>
              <a:ext uri="{FF2B5EF4-FFF2-40B4-BE49-F238E27FC236}">
                <a16:creationId xmlns:a16="http://schemas.microsoft.com/office/drawing/2014/main" id="{2A8AB8EA-361B-1F23-87D0-0E6BE1990C77}"/>
              </a:ext>
            </a:extLst>
          </p:cNvPr>
          <p:cNvCxnSpPr>
            <a:cxnSpLocks/>
          </p:cNvCxnSpPr>
          <p:nvPr/>
        </p:nvCxnSpPr>
        <p:spPr>
          <a:xfrm flipH="1">
            <a:off x="3334089" y="2865459"/>
            <a:ext cx="595994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955ECD8A-C907-0779-C770-3E0FE44594C3}"/>
              </a:ext>
            </a:extLst>
          </p:cNvPr>
          <p:cNvSpPr txBox="1"/>
          <p:nvPr/>
        </p:nvSpPr>
        <p:spPr>
          <a:xfrm>
            <a:off x="3428320" y="284640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950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31" name="직선 화살표 연결선 130">
            <a:extLst>
              <a:ext uri="{FF2B5EF4-FFF2-40B4-BE49-F238E27FC236}">
                <a16:creationId xmlns:a16="http://schemas.microsoft.com/office/drawing/2014/main" id="{9F185D42-FB7F-438A-2A5E-6C58D7B16E06}"/>
              </a:ext>
            </a:extLst>
          </p:cNvPr>
          <p:cNvCxnSpPr>
            <a:cxnSpLocks/>
          </p:cNvCxnSpPr>
          <p:nvPr/>
        </p:nvCxnSpPr>
        <p:spPr>
          <a:xfrm>
            <a:off x="7848377" y="6070600"/>
            <a:ext cx="0" cy="48325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1E7B3BB6-91B5-1B0B-7A25-3B78A29BEB09}"/>
              </a:ext>
            </a:extLst>
          </p:cNvPr>
          <p:cNvSpPr txBox="1"/>
          <p:nvPr/>
        </p:nvSpPr>
        <p:spPr>
          <a:xfrm>
            <a:off x="7788051" y="619558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780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FB042F12-206F-8008-F243-B3337729DA5F}"/>
              </a:ext>
            </a:extLst>
          </p:cNvPr>
          <p:cNvCxnSpPr>
            <a:cxnSpLocks/>
          </p:cNvCxnSpPr>
          <p:nvPr/>
        </p:nvCxnSpPr>
        <p:spPr>
          <a:xfrm flipH="1">
            <a:off x="7341053" y="6565773"/>
            <a:ext cx="51389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AEAA94CE-B699-D54F-60F0-B169E23DA21B}"/>
              </a:ext>
            </a:extLst>
          </p:cNvPr>
          <p:cNvSpPr txBox="1"/>
          <p:nvPr/>
        </p:nvSpPr>
        <p:spPr>
          <a:xfrm>
            <a:off x="7385503" y="632176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860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477820C1-D7ED-44D1-7F85-58F62E0F960E}"/>
              </a:ext>
            </a:extLst>
          </p:cNvPr>
          <p:cNvSpPr/>
          <p:nvPr/>
        </p:nvSpPr>
        <p:spPr>
          <a:xfrm>
            <a:off x="7356022" y="6083300"/>
            <a:ext cx="60778" cy="95250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0" name="직선 화살표 연결선 139">
            <a:extLst>
              <a:ext uri="{FF2B5EF4-FFF2-40B4-BE49-F238E27FC236}">
                <a16:creationId xmlns:a16="http://schemas.microsoft.com/office/drawing/2014/main" id="{3CDEBDAB-806C-BBB3-A46D-DBF1D5E7F98E}"/>
              </a:ext>
            </a:extLst>
          </p:cNvPr>
          <p:cNvCxnSpPr>
            <a:cxnSpLocks/>
            <a:stCxn id="138" idx="3"/>
            <a:endCxn id="141" idx="1"/>
          </p:cNvCxnSpPr>
          <p:nvPr/>
        </p:nvCxnSpPr>
        <p:spPr>
          <a:xfrm flipV="1">
            <a:off x="7416800" y="5891064"/>
            <a:ext cx="2842874" cy="239861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A0CB014F-D9B5-027F-72E3-C008B77B2800}"/>
              </a:ext>
            </a:extLst>
          </p:cNvPr>
          <p:cNvSpPr txBox="1"/>
          <p:nvPr/>
        </p:nvSpPr>
        <p:spPr>
          <a:xfrm>
            <a:off x="10259674" y="5691009"/>
            <a:ext cx="696119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수도꼭지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r>
              <a:rPr lang="en-US" altLang="ko-KR" sz="1000" dirty="0">
                <a:solidFill>
                  <a:srgbClr val="FF0000"/>
                </a:solidFill>
              </a:rPr>
              <a:t>130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081002BC-28D0-5441-4B79-9C530EB5BCD6}"/>
              </a:ext>
            </a:extLst>
          </p:cNvPr>
          <p:cNvSpPr/>
          <p:nvPr/>
        </p:nvSpPr>
        <p:spPr>
          <a:xfrm rot="5400000">
            <a:off x="9297190" y="4306353"/>
            <a:ext cx="343127" cy="297499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54704E23-8021-49E9-2466-0CF24AE8AB10}"/>
              </a:ext>
            </a:extLst>
          </p:cNvPr>
          <p:cNvCxnSpPr>
            <a:cxnSpLocks/>
            <a:stCxn id="146" idx="3"/>
            <a:endCxn id="150" idx="1"/>
          </p:cNvCxnSpPr>
          <p:nvPr/>
        </p:nvCxnSpPr>
        <p:spPr>
          <a:xfrm flipV="1">
            <a:off x="9468753" y="3628598"/>
            <a:ext cx="763621" cy="998068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4C1871DF-31F8-9110-DE6F-2B7AEB3BCCE3}"/>
              </a:ext>
            </a:extLst>
          </p:cNvPr>
          <p:cNvSpPr txBox="1"/>
          <p:nvPr/>
        </p:nvSpPr>
        <p:spPr>
          <a:xfrm>
            <a:off x="10232374" y="3274655"/>
            <a:ext cx="1175598" cy="7078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식기세척기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r>
              <a:rPr lang="ko-KR" altLang="en-US" sz="1000" dirty="0">
                <a:solidFill>
                  <a:srgbClr val="FF0000"/>
                </a:solidFill>
              </a:rPr>
              <a:t>너비 </a:t>
            </a:r>
            <a:r>
              <a:rPr lang="en-US" altLang="ko-KR" sz="1000" dirty="0">
                <a:solidFill>
                  <a:srgbClr val="FF0000"/>
                </a:solidFill>
              </a:rPr>
              <a:t>: 600 x 645</a:t>
            </a:r>
          </a:p>
          <a:p>
            <a:r>
              <a:rPr lang="ko-KR" altLang="en-US" sz="1000" dirty="0">
                <a:solidFill>
                  <a:srgbClr val="FF0000"/>
                </a:solidFill>
              </a:rPr>
              <a:t>높이 </a:t>
            </a:r>
            <a:r>
              <a:rPr lang="en-US" altLang="ko-KR" sz="1000" dirty="0">
                <a:solidFill>
                  <a:srgbClr val="FF0000"/>
                </a:solidFill>
              </a:rPr>
              <a:t>: 810</a:t>
            </a:r>
          </a:p>
          <a:p>
            <a:r>
              <a:rPr lang="ko-KR" altLang="en-US" sz="1000" dirty="0">
                <a:solidFill>
                  <a:srgbClr val="FF0000"/>
                </a:solidFill>
              </a:rPr>
              <a:t>걸레받이 </a:t>
            </a:r>
            <a:r>
              <a:rPr lang="en-US" altLang="ko-KR" sz="1000" dirty="0">
                <a:solidFill>
                  <a:srgbClr val="FF0000"/>
                </a:solidFill>
              </a:rPr>
              <a:t>: 145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07DF85-9A06-5462-4884-FBE7EAE25177}"/>
              </a:ext>
            </a:extLst>
          </p:cNvPr>
          <p:cNvSpPr txBox="1"/>
          <p:nvPr/>
        </p:nvSpPr>
        <p:spPr>
          <a:xfrm>
            <a:off x="7968261" y="1017578"/>
            <a:ext cx="762991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천장 높이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r>
              <a:rPr lang="en-US" altLang="ko-KR" sz="1000" dirty="0">
                <a:solidFill>
                  <a:srgbClr val="FF0000"/>
                </a:solidFill>
              </a:rPr>
              <a:t>2350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DD51501-B3D0-B8F2-2EA7-DEE002FD8235}"/>
              </a:ext>
            </a:extLst>
          </p:cNvPr>
          <p:cNvSpPr/>
          <p:nvPr/>
        </p:nvSpPr>
        <p:spPr>
          <a:xfrm rot="5400000">
            <a:off x="7223175" y="1359436"/>
            <a:ext cx="45719" cy="93422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7AEB8A7-62C3-433E-5D87-8D35B2EA4C67}"/>
              </a:ext>
            </a:extLst>
          </p:cNvPr>
          <p:cNvSpPr/>
          <p:nvPr/>
        </p:nvSpPr>
        <p:spPr>
          <a:xfrm rot="5400000">
            <a:off x="7271482" y="3690721"/>
            <a:ext cx="45719" cy="93422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A95DA1C-9C85-7491-08B8-38ECB112EE98}"/>
              </a:ext>
            </a:extLst>
          </p:cNvPr>
          <p:cNvSpPr txBox="1"/>
          <p:nvPr/>
        </p:nvSpPr>
        <p:spPr>
          <a:xfrm>
            <a:off x="2476641" y="376300"/>
            <a:ext cx="1406246" cy="40011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00B050"/>
                </a:solidFill>
              </a:rPr>
              <a:t>시트지</a:t>
            </a:r>
            <a:endParaRPr lang="en-US" altLang="ko-KR" sz="1000" b="1" dirty="0">
              <a:solidFill>
                <a:srgbClr val="00B050"/>
              </a:solidFill>
            </a:endParaRPr>
          </a:p>
          <a:p>
            <a:r>
              <a:rPr lang="en-US" altLang="ko-KR" sz="1000" dirty="0">
                <a:solidFill>
                  <a:srgbClr val="00B050"/>
                </a:solidFill>
              </a:rPr>
              <a:t>2400 x 2700 (+a)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B11682-9871-FB12-D74A-EADF230E2C14}"/>
              </a:ext>
            </a:extLst>
          </p:cNvPr>
          <p:cNvSpPr txBox="1"/>
          <p:nvPr/>
        </p:nvSpPr>
        <p:spPr>
          <a:xfrm>
            <a:off x="6786562" y="187737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2300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7203A08-D4AF-05A9-D712-D67DF53AD067}"/>
              </a:ext>
            </a:extLst>
          </p:cNvPr>
          <p:cNvSpPr txBox="1"/>
          <p:nvPr/>
        </p:nvSpPr>
        <p:spPr>
          <a:xfrm>
            <a:off x="6786562" y="2964233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2300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A03ABC66-B10B-1B58-3712-8E5F02D6EB16}"/>
              </a:ext>
            </a:extLst>
          </p:cNvPr>
          <p:cNvCxnSpPr>
            <a:cxnSpLocks/>
          </p:cNvCxnSpPr>
          <p:nvPr/>
        </p:nvCxnSpPr>
        <p:spPr>
          <a:xfrm>
            <a:off x="6549343" y="2577022"/>
            <a:ext cx="0" cy="132080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7A6AC17-2509-6116-8FD4-3F4C6C00374F}"/>
              </a:ext>
            </a:extLst>
          </p:cNvPr>
          <p:cNvSpPr txBox="1"/>
          <p:nvPr/>
        </p:nvSpPr>
        <p:spPr>
          <a:xfrm>
            <a:off x="6479946" y="3147697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2300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8D07FFC7-4031-3BED-735B-8F84E5B0E9E4}"/>
              </a:ext>
            </a:extLst>
          </p:cNvPr>
          <p:cNvCxnSpPr>
            <a:cxnSpLocks/>
          </p:cNvCxnSpPr>
          <p:nvPr/>
        </p:nvCxnSpPr>
        <p:spPr>
          <a:xfrm>
            <a:off x="7264172" y="1274301"/>
            <a:ext cx="0" cy="132080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15412AF0-02E8-8115-E837-A03866C90AE4}"/>
              </a:ext>
            </a:extLst>
          </p:cNvPr>
          <p:cNvCxnSpPr>
            <a:cxnSpLocks/>
          </p:cNvCxnSpPr>
          <p:nvPr/>
        </p:nvCxnSpPr>
        <p:spPr>
          <a:xfrm>
            <a:off x="7264172" y="2583121"/>
            <a:ext cx="0" cy="132080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0F9EE0EA-8553-2149-F844-F86653A4DAD2}"/>
              </a:ext>
            </a:extLst>
          </p:cNvPr>
          <p:cNvCxnSpPr>
            <a:cxnSpLocks/>
          </p:cNvCxnSpPr>
          <p:nvPr/>
        </p:nvCxnSpPr>
        <p:spPr>
          <a:xfrm flipH="1">
            <a:off x="6553200" y="1394929"/>
            <a:ext cx="246967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94C823D-76C4-921A-E470-55C321938045}"/>
              </a:ext>
            </a:extLst>
          </p:cNvPr>
          <p:cNvSpPr txBox="1"/>
          <p:nvPr/>
        </p:nvSpPr>
        <p:spPr>
          <a:xfrm>
            <a:off x="6504893" y="1141391"/>
            <a:ext cx="344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40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AEA20D4-5144-504C-0FC5-4B1373D8FD43}"/>
              </a:ext>
            </a:extLst>
          </p:cNvPr>
          <p:cNvSpPr txBox="1"/>
          <p:nvPr/>
        </p:nvSpPr>
        <p:spPr>
          <a:xfrm>
            <a:off x="7322005" y="1659266"/>
            <a:ext cx="34902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90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87E1FF4-7EE7-6FB5-7F0C-C2B96E63C91F}"/>
              </a:ext>
            </a:extLst>
          </p:cNvPr>
          <p:cNvCxnSpPr>
            <a:cxnSpLocks/>
          </p:cNvCxnSpPr>
          <p:nvPr/>
        </p:nvCxnSpPr>
        <p:spPr>
          <a:xfrm>
            <a:off x="7356022" y="1536700"/>
            <a:ext cx="0" cy="50165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CCB511F4-8230-993F-9A17-9C70B892F0BB}"/>
              </a:ext>
            </a:extLst>
          </p:cNvPr>
          <p:cNvSpPr txBox="1"/>
          <p:nvPr/>
        </p:nvSpPr>
        <p:spPr>
          <a:xfrm>
            <a:off x="7322005" y="3117224"/>
            <a:ext cx="34902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90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45B453BF-FCF8-7123-00D6-54E153A9B74E}"/>
              </a:ext>
            </a:extLst>
          </p:cNvPr>
          <p:cNvCxnSpPr>
            <a:cxnSpLocks/>
          </p:cNvCxnSpPr>
          <p:nvPr/>
        </p:nvCxnSpPr>
        <p:spPr>
          <a:xfrm>
            <a:off x="7356022" y="2994658"/>
            <a:ext cx="0" cy="50165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직선 화살표 연결선 109">
            <a:extLst>
              <a:ext uri="{FF2B5EF4-FFF2-40B4-BE49-F238E27FC236}">
                <a16:creationId xmlns:a16="http://schemas.microsoft.com/office/drawing/2014/main" id="{7378A1CE-E7E1-B8FF-6841-AEF7A506DF6F}"/>
              </a:ext>
            </a:extLst>
          </p:cNvPr>
          <p:cNvCxnSpPr>
            <a:cxnSpLocks/>
          </p:cNvCxnSpPr>
          <p:nvPr/>
        </p:nvCxnSpPr>
        <p:spPr>
          <a:xfrm flipH="1">
            <a:off x="6807653" y="1354668"/>
            <a:ext cx="368300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875EEC03-9F4A-19EB-4AFA-04A778EB003D}"/>
              </a:ext>
            </a:extLst>
          </p:cNvPr>
          <p:cNvSpPr txBox="1"/>
          <p:nvPr/>
        </p:nvSpPr>
        <p:spPr>
          <a:xfrm>
            <a:off x="6846425" y="1090675"/>
            <a:ext cx="344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70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7AACC73B-EBE6-9847-983B-E784744D8A7A}"/>
              </a:ext>
            </a:extLst>
          </p:cNvPr>
          <p:cNvCxnSpPr>
            <a:cxnSpLocks/>
          </p:cNvCxnSpPr>
          <p:nvPr/>
        </p:nvCxnSpPr>
        <p:spPr>
          <a:xfrm flipH="1">
            <a:off x="6807653" y="1420928"/>
            <a:ext cx="368300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0C073878-1EC8-1BEC-359C-591BB7D791D0}"/>
              </a:ext>
            </a:extLst>
          </p:cNvPr>
          <p:cNvSpPr txBox="1"/>
          <p:nvPr/>
        </p:nvSpPr>
        <p:spPr>
          <a:xfrm>
            <a:off x="6824814" y="1409742"/>
            <a:ext cx="344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70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7FE3CDA-992F-9C78-214A-9F11B46A7FD6}"/>
              </a:ext>
            </a:extLst>
          </p:cNvPr>
          <p:cNvSpPr txBox="1"/>
          <p:nvPr/>
        </p:nvSpPr>
        <p:spPr>
          <a:xfrm>
            <a:off x="2533426" y="921089"/>
            <a:ext cx="577850" cy="40011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00B050"/>
                </a:solidFill>
              </a:rPr>
              <a:t>문틀</a:t>
            </a:r>
            <a:endParaRPr lang="en-US" altLang="ko-KR" sz="1000" b="1" dirty="0">
              <a:solidFill>
                <a:srgbClr val="00B050"/>
              </a:solidFill>
            </a:endParaRPr>
          </a:p>
          <a:p>
            <a:r>
              <a:rPr lang="en-US" altLang="ko-KR" sz="1000" dirty="0">
                <a:solidFill>
                  <a:srgbClr val="00B050"/>
                </a:solidFill>
              </a:rPr>
              <a:t>30 x 4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87AEEFDD-FFDC-3EC0-200A-5B5CA4EA12E5}"/>
              </a:ext>
            </a:extLst>
          </p:cNvPr>
          <p:cNvCxnSpPr>
            <a:cxnSpLocks/>
          </p:cNvCxnSpPr>
          <p:nvPr/>
        </p:nvCxnSpPr>
        <p:spPr>
          <a:xfrm flipV="1">
            <a:off x="3340100" y="3646345"/>
            <a:ext cx="0" cy="251477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2576CE6F-F1CD-2225-192D-8E219A75785D}"/>
              </a:ext>
            </a:extLst>
          </p:cNvPr>
          <p:cNvCxnSpPr>
            <a:cxnSpLocks/>
          </p:cNvCxnSpPr>
          <p:nvPr/>
        </p:nvCxnSpPr>
        <p:spPr>
          <a:xfrm flipV="1">
            <a:off x="3930083" y="3646345"/>
            <a:ext cx="0" cy="251477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33CF3296-08BC-4344-0F26-1C673110764B}"/>
              </a:ext>
            </a:extLst>
          </p:cNvPr>
          <p:cNvSpPr txBox="1"/>
          <p:nvPr/>
        </p:nvSpPr>
        <p:spPr>
          <a:xfrm>
            <a:off x="609741" y="1806027"/>
            <a:ext cx="1406246" cy="40011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00B050"/>
                </a:solidFill>
              </a:rPr>
              <a:t>시트지</a:t>
            </a:r>
            <a:endParaRPr lang="en-US" altLang="ko-KR" sz="1000" b="1" dirty="0">
              <a:solidFill>
                <a:srgbClr val="00B050"/>
              </a:solidFill>
            </a:endParaRPr>
          </a:p>
          <a:p>
            <a:r>
              <a:rPr lang="en-US" altLang="ko-KR" sz="1000" dirty="0">
                <a:solidFill>
                  <a:srgbClr val="00B050"/>
                </a:solidFill>
              </a:rPr>
              <a:t>1220 x 2350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378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2B410-B8F2-8551-4EDB-2F09DE103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직사각형, 사각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90786AB-5885-8271-0287-08631D9AEF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1776" y="0"/>
            <a:ext cx="7917543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479E226-C222-0868-7D75-2A7A9E137270}"/>
              </a:ext>
            </a:extLst>
          </p:cNvPr>
          <p:cNvSpPr/>
          <p:nvPr/>
        </p:nvSpPr>
        <p:spPr>
          <a:xfrm>
            <a:off x="5263456" y="4594519"/>
            <a:ext cx="1620670" cy="1553001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01865645-E146-695D-DAA8-24457E0E3364}"/>
              </a:ext>
            </a:extLst>
          </p:cNvPr>
          <p:cNvSpPr/>
          <p:nvPr/>
        </p:nvSpPr>
        <p:spPr>
          <a:xfrm>
            <a:off x="5468801" y="4749885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90B6360D-08E6-3A27-F39A-5EE474E8BE82}"/>
              </a:ext>
            </a:extLst>
          </p:cNvPr>
          <p:cNvSpPr/>
          <p:nvPr/>
        </p:nvSpPr>
        <p:spPr>
          <a:xfrm>
            <a:off x="5619080" y="4746697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F18143F3-460F-BD55-ADC4-FC8264CBB7AA}"/>
              </a:ext>
            </a:extLst>
          </p:cNvPr>
          <p:cNvSpPr/>
          <p:nvPr/>
        </p:nvSpPr>
        <p:spPr>
          <a:xfrm>
            <a:off x="4855281" y="4637545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6481D706-F651-C9FA-DAF7-74A6C2126B13}"/>
              </a:ext>
            </a:extLst>
          </p:cNvPr>
          <p:cNvSpPr/>
          <p:nvPr/>
        </p:nvSpPr>
        <p:spPr>
          <a:xfrm>
            <a:off x="4857421" y="5275727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1AF77176-75C8-6F5C-E6FA-7EFA07E7CC91}"/>
              </a:ext>
            </a:extLst>
          </p:cNvPr>
          <p:cNvSpPr/>
          <p:nvPr/>
        </p:nvSpPr>
        <p:spPr>
          <a:xfrm>
            <a:off x="4858657" y="5931852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7EFB3A59-A5FF-FD3C-0654-291DE435AA50}"/>
              </a:ext>
            </a:extLst>
          </p:cNvPr>
          <p:cNvCxnSpPr/>
          <p:nvPr/>
        </p:nvCxnSpPr>
        <p:spPr>
          <a:xfrm>
            <a:off x="4855281" y="6413500"/>
            <a:ext cx="2167819" cy="0"/>
          </a:xfrm>
          <a:prstGeom prst="line">
            <a:avLst/>
          </a:prstGeom>
          <a:ln w="381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8A764B6C-8AB5-6727-F2A0-5C9B712C79B3}"/>
              </a:ext>
            </a:extLst>
          </p:cNvPr>
          <p:cNvCxnSpPr>
            <a:cxnSpLocks/>
            <a:stCxn id="58" idx="3"/>
            <a:endCxn id="37" idx="2"/>
          </p:cNvCxnSpPr>
          <p:nvPr/>
        </p:nvCxnSpPr>
        <p:spPr>
          <a:xfrm flipV="1">
            <a:off x="2250677" y="5337514"/>
            <a:ext cx="2606744" cy="8075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5A70A95A-63E0-B17B-C9B6-486DC94B3D9B}"/>
              </a:ext>
            </a:extLst>
          </p:cNvPr>
          <p:cNvSpPr/>
          <p:nvPr/>
        </p:nvSpPr>
        <p:spPr>
          <a:xfrm>
            <a:off x="652351" y="5646138"/>
            <a:ext cx="1598326" cy="997873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&lt;</a:t>
            </a:r>
            <a:r>
              <a:rPr lang="ko-KR" altLang="en-US" sz="1200" dirty="0" err="1"/>
              <a:t>벽등</a:t>
            </a:r>
            <a:r>
              <a:rPr lang="en-US" altLang="ko-KR" sz="1200" dirty="0"/>
              <a:t>&gt;</a:t>
            </a:r>
          </a:p>
          <a:p>
            <a:pPr algn="ctr"/>
            <a:r>
              <a:rPr lang="ko-KR" altLang="en-US" sz="1200" dirty="0"/>
              <a:t>벽에서 </a:t>
            </a:r>
            <a:r>
              <a:rPr lang="en-US" altLang="ko-KR" sz="1200" dirty="0"/>
              <a:t>190mm</a:t>
            </a:r>
            <a:endParaRPr lang="ko-KR" altLang="en-US" sz="1200" dirty="0"/>
          </a:p>
        </p:txBody>
      </p:sp>
      <p:pic>
        <p:nvPicPr>
          <p:cNvPr id="8" name="그림 7" descr="텍스트, 원, 헤드폰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92162BF-B7A0-0574-0F0A-D59035A250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254" y="110424"/>
            <a:ext cx="1840687" cy="2520805"/>
          </a:xfrm>
          <a:prstGeom prst="rect">
            <a:avLst/>
          </a:prstGeom>
        </p:spPr>
      </p:pic>
      <p:pic>
        <p:nvPicPr>
          <p:cNvPr id="11" name="그림 10" descr="텍스트, 스크린샷, 원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A0E830A-CC96-8511-8171-88E88359CA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68221" y="110424"/>
            <a:ext cx="1858525" cy="2512038"/>
          </a:xfrm>
          <a:prstGeom prst="rect">
            <a:avLst/>
          </a:prstGeom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80E7B5EE-D2A4-D1B5-3FCD-D07B138326C8}"/>
              </a:ext>
            </a:extLst>
          </p:cNvPr>
          <p:cNvSpPr/>
          <p:nvPr/>
        </p:nvSpPr>
        <p:spPr>
          <a:xfrm>
            <a:off x="5764949" y="4748880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893FF99A-185B-DD04-D3A6-9CC06334BDAD}"/>
              </a:ext>
            </a:extLst>
          </p:cNvPr>
          <p:cNvSpPr/>
          <p:nvPr/>
        </p:nvSpPr>
        <p:spPr>
          <a:xfrm>
            <a:off x="6325776" y="4749885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B33E7FCA-3F1B-2D05-035E-D19EEB4D85D3}"/>
              </a:ext>
            </a:extLst>
          </p:cNvPr>
          <p:cNvSpPr/>
          <p:nvPr/>
        </p:nvSpPr>
        <p:spPr>
          <a:xfrm>
            <a:off x="6476055" y="4746697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9E76F61-FC74-4E1F-443C-BA52A7D62E4D}"/>
              </a:ext>
            </a:extLst>
          </p:cNvPr>
          <p:cNvSpPr/>
          <p:nvPr/>
        </p:nvSpPr>
        <p:spPr>
          <a:xfrm>
            <a:off x="6621924" y="4748880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5923B270-AB13-D1C3-E86E-0BC399402757}"/>
              </a:ext>
            </a:extLst>
          </p:cNvPr>
          <p:cNvSpPr/>
          <p:nvPr/>
        </p:nvSpPr>
        <p:spPr>
          <a:xfrm>
            <a:off x="5431791" y="5868934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7BF06E7F-9898-DE89-A933-32AA0513942C}"/>
              </a:ext>
            </a:extLst>
          </p:cNvPr>
          <p:cNvSpPr/>
          <p:nvPr/>
        </p:nvSpPr>
        <p:spPr>
          <a:xfrm>
            <a:off x="5582070" y="5865746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E200A28D-7B84-0B27-D6BB-690BC5ED2B48}"/>
              </a:ext>
            </a:extLst>
          </p:cNvPr>
          <p:cNvSpPr/>
          <p:nvPr/>
        </p:nvSpPr>
        <p:spPr>
          <a:xfrm>
            <a:off x="5727939" y="5867929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C5B71BCC-BF17-2A9E-F8C0-56F47343D1E1}"/>
              </a:ext>
            </a:extLst>
          </p:cNvPr>
          <p:cNvSpPr/>
          <p:nvPr/>
        </p:nvSpPr>
        <p:spPr>
          <a:xfrm>
            <a:off x="6326596" y="5881994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6521FDD0-461B-8657-31AE-BB8644719E68}"/>
              </a:ext>
            </a:extLst>
          </p:cNvPr>
          <p:cNvSpPr/>
          <p:nvPr/>
        </p:nvSpPr>
        <p:spPr>
          <a:xfrm>
            <a:off x="6476875" y="5878806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BF481980-3EDB-C69F-5E3C-083F8A37E0CB}"/>
              </a:ext>
            </a:extLst>
          </p:cNvPr>
          <p:cNvSpPr/>
          <p:nvPr/>
        </p:nvSpPr>
        <p:spPr>
          <a:xfrm>
            <a:off x="6622744" y="5880989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CC2392FC-F287-224F-B27C-84F481C4E2DB}"/>
              </a:ext>
            </a:extLst>
          </p:cNvPr>
          <p:cNvSpPr/>
          <p:nvPr/>
        </p:nvSpPr>
        <p:spPr>
          <a:xfrm>
            <a:off x="10475354" y="4870270"/>
            <a:ext cx="1598326" cy="590817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/>
              <a:t>실링팬</a:t>
            </a:r>
            <a:r>
              <a:rPr lang="ko-KR" altLang="en-US" sz="1200" dirty="0"/>
              <a:t> 상시 전원 연결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CAD5888-8C97-F509-0D49-1A704BAA0355}"/>
              </a:ext>
            </a:extLst>
          </p:cNvPr>
          <p:cNvSpPr/>
          <p:nvPr/>
        </p:nvSpPr>
        <p:spPr>
          <a:xfrm>
            <a:off x="10215154" y="3613867"/>
            <a:ext cx="1858526" cy="1058453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&lt;</a:t>
            </a:r>
            <a:r>
              <a:rPr lang="ko-KR" altLang="en-US" sz="1200" dirty="0"/>
              <a:t>스위치</a:t>
            </a:r>
            <a:r>
              <a:rPr lang="en-US" altLang="ko-KR" sz="1200" dirty="0"/>
              <a:t>1&gt;</a:t>
            </a:r>
          </a:p>
          <a:p>
            <a:pPr algn="ctr"/>
            <a:r>
              <a:rPr lang="en-US" altLang="ko-KR" sz="1200" dirty="0"/>
              <a:t>T5 </a:t>
            </a:r>
            <a:r>
              <a:rPr lang="ko-KR" altLang="en-US" sz="1200" dirty="0"/>
              <a:t>선 두개 </a:t>
            </a:r>
            <a:r>
              <a:rPr lang="ko-KR" altLang="en-US" sz="1200" dirty="0" err="1"/>
              <a:t>빼주세요</a:t>
            </a:r>
            <a:endParaRPr lang="en-US" altLang="ko-KR" sz="1200" dirty="0"/>
          </a:p>
          <a:p>
            <a:pPr algn="ctr"/>
            <a:r>
              <a:rPr lang="en-US" altLang="ko-KR" sz="1200" dirty="0"/>
              <a:t>(</a:t>
            </a:r>
            <a:r>
              <a:rPr lang="ko-KR" altLang="en-US" sz="1200" dirty="0" err="1"/>
              <a:t>ㄱ자</a:t>
            </a:r>
            <a:r>
              <a:rPr lang="en-US" altLang="ko-KR" sz="1200" dirty="0"/>
              <a:t>/</a:t>
            </a:r>
            <a:r>
              <a:rPr lang="ko-KR" altLang="en-US" sz="1200" dirty="0" err="1"/>
              <a:t>ㄱ자</a:t>
            </a:r>
            <a:r>
              <a:rPr lang="ko-KR" altLang="en-US" sz="1200" dirty="0"/>
              <a:t> 따로 설치 예정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6251E807-07F9-E1CC-A0C1-D9D35E9D0516}"/>
              </a:ext>
            </a:extLst>
          </p:cNvPr>
          <p:cNvCxnSpPr>
            <a:stCxn id="40" idx="1"/>
          </p:cNvCxnSpPr>
          <p:nvPr/>
        </p:nvCxnSpPr>
        <p:spPr>
          <a:xfrm flipH="1">
            <a:off x="6884126" y="4143094"/>
            <a:ext cx="3331028" cy="4514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1AEC9399-EA93-EF02-BBF9-3F846FD09A8F}"/>
              </a:ext>
            </a:extLst>
          </p:cNvPr>
          <p:cNvCxnSpPr>
            <a:stCxn id="36" idx="1"/>
          </p:cNvCxnSpPr>
          <p:nvPr/>
        </p:nvCxnSpPr>
        <p:spPr>
          <a:xfrm flipH="1">
            <a:off x="6172200" y="5165679"/>
            <a:ext cx="4303154" cy="2336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335FFBB-6EDE-37B5-86AF-7EDACE29E615}"/>
              </a:ext>
            </a:extLst>
          </p:cNvPr>
          <p:cNvSpPr/>
          <p:nvPr/>
        </p:nvSpPr>
        <p:spPr>
          <a:xfrm>
            <a:off x="10168220" y="5698949"/>
            <a:ext cx="1858526" cy="964996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&lt;</a:t>
            </a:r>
            <a:r>
              <a:rPr lang="ko-KR" altLang="en-US" sz="1200" dirty="0"/>
              <a:t>스위치</a:t>
            </a:r>
            <a:r>
              <a:rPr lang="en-US" altLang="ko-KR" sz="1200" dirty="0"/>
              <a:t>2&gt;</a:t>
            </a:r>
          </a:p>
          <a:p>
            <a:pPr algn="ctr"/>
            <a:r>
              <a:rPr lang="ko-KR" altLang="en-US" sz="1200" dirty="0" err="1"/>
              <a:t>다운라이트</a:t>
            </a:r>
            <a:r>
              <a:rPr lang="ko-KR" altLang="en-US" sz="1200" dirty="0"/>
              <a:t> 연결</a:t>
            </a:r>
            <a:endParaRPr lang="en-US" altLang="ko-KR" sz="1200" dirty="0"/>
          </a:p>
          <a:p>
            <a:pPr algn="ctr"/>
            <a:r>
              <a:rPr lang="ko-KR" altLang="en-US" sz="1200" dirty="0" err="1"/>
              <a:t>다운라이트</a:t>
            </a:r>
            <a:r>
              <a:rPr lang="ko-KR" altLang="en-US" sz="1200" dirty="0"/>
              <a:t> 사이 간격은 </a:t>
            </a:r>
            <a:r>
              <a:rPr lang="en-US" altLang="ko-KR" sz="1200" dirty="0"/>
              <a:t>180mm</a:t>
            </a:r>
            <a:endParaRPr lang="ko-KR" altLang="en-US" sz="1200" dirty="0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238B6F79-1002-DEAB-6D78-141C7063AED3}"/>
              </a:ext>
            </a:extLst>
          </p:cNvPr>
          <p:cNvCxnSpPr>
            <a:cxnSpLocks/>
            <a:stCxn id="48" idx="1"/>
            <a:endCxn id="32" idx="7"/>
          </p:cNvCxnSpPr>
          <p:nvPr/>
        </p:nvCxnSpPr>
        <p:spPr>
          <a:xfrm flipH="1" flipV="1">
            <a:off x="6728220" y="5899086"/>
            <a:ext cx="3440000" cy="2823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9A8EC796-5CCD-79BB-3C8F-398774447012}"/>
              </a:ext>
            </a:extLst>
          </p:cNvPr>
          <p:cNvCxnSpPr/>
          <p:nvPr/>
        </p:nvCxnSpPr>
        <p:spPr>
          <a:xfrm>
            <a:off x="4917067" y="4761118"/>
            <a:ext cx="0" cy="165238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04578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A6272-D347-279F-C219-A9369DD85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그룹 65">
            <a:extLst>
              <a:ext uri="{FF2B5EF4-FFF2-40B4-BE49-F238E27FC236}">
                <a16:creationId xmlns:a16="http://schemas.microsoft.com/office/drawing/2014/main" id="{E7EB8D6F-5AF4-15C0-60B5-6E4E7DF81E3C}"/>
              </a:ext>
            </a:extLst>
          </p:cNvPr>
          <p:cNvGrpSpPr/>
          <p:nvPr/>
        </p:nvGrpSpPr>
        <p:grpSpPr>
          <a:xfrm>
            <a:off x="1635520" y="1608137"/>
            <a:ext cx="1641080" cy="1094432"/>
            <a:chOff x="1635520" y="1608137"/>
            <a:chExt cx="1641080" cy="1094432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4D10EDF6-60A1-31DA-B084-E2A5E9772667}"/>
                </a:ext>
              </a:extLst>
            </p:cNvPr>
            <p:cNvSpPr/>
            <p:nvPr/>
          </p:nvSpPr>
          <p:spPr>
            <a:xfrm>
              <a:off x="1670050" y="1608137"/>
              <a:ext cx="1606550" cy="21590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E4E3FD7E-C36E-FCCA-6AE6-FB8F00F4986D}"/>
                </a:ext>
              </a:extLst>
            </p:cNvPr>
            <p:cNvSpPr/>
            <p:nvPr/>
          </p:nvSpPr>
          <p:spPr>
            <a:xfrm>
              <a:off x="1670050" y="1824037"/>
              <a:ext cx="1606550" cy="21590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D8631D64-8062-1991-7729-7965DFD9EFAA}"/>
                </a:ext>
              </a:extLst>
            </p:cNvPr>
            <p:cNvSpPr/>
            <p:nvPr/>
          </p:nvSpPr>
          <p:spPr>
            <a:xfrm>
              <a:off x="1670050" y="2039937"/>
              <a:ext cx="1606550" cy="21590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69C03BE7-45C2-A8B1-36D7-ED2053784532}"/>
                </a:ext>
              </a:extLst>
            </p:cNvPr>
            <p:cNvSpPr/>
            <p:nvPr/>
          </p:nvSpPr>
          <p:spPr>
            <a:xfrm>
              <a:off x="1670050" y="2255837"/>
              <a:ext cx="1606550" cy="21590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63020E4-C881-BCEE-8850-2520EA838BA1}"/>
                </a:ext>
              </a:extLst>
            </p:cNvPr>
            <p:cNvSpPr txBox="1"/>
            <p:nvPr/>
          </p:nvSpPr>
          <p:spPr>
            <a:xfrm>
              <a:off x="2228850" y="247173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240</a:t>
              </a:r>
              <a:endParaRPr lang="ko-KR" altLang="en-US" sz="9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62C5618-399E-4A6C-030E-64F94F6B4CE3}"/>
                </a:ext>
              </a:extLst>
            </p:cNvPr>
            <p:cNvSpPr txBox="1"/>
            <p:nvPr/>
          </p:nvSpPr>
          <p:spPr>
            <a:xfrm>
              <a:off x="1635520" y="225583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25</a:t>
              </a:r>
              <a:endParaRPr lang="ko-KR" altLang="en-US" sz="900" b="1" dirty="0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7497A49-8C6B-886F-F37B-BCCBD17CB478}"/>
                </a:ext>
              </a:extLst>
            </p:cNvPr>
            <p:cNvSpPr txBox="1"/>
            <p:nvPr/>
          </p:nvSpPr>
          <p:spPr>
            <a:xfrm>
              <a:off x="1635520" y="203247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25</a:t>
              </a:r>
              <a:endParaRPr lang="ko-KR" altLang="en-US" sz="900" b="1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CDB3E05-4864-1ABE-001D-2CE2B361BEDA}"/>
                </a:ext>
              </a:extLst>
            </p:cNvPr>
            <p:cNvSpPr txBox="1"/>
            <p:nvPr/>
          </p:nvSpPr>
          <p:spPr>
            <a:xfrm>
              <a:off x="1635520" y="18229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25</a:t>
              </a:r>
              <a:endParaRPr lang="ko-KR" altLang="en-US" sz="900" b="1" dirty="0"/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9F42A42-60DE-17AF-894D-47F94E757341}"/>
              </a:ext>
            </a:extLst>
          </p:cNvPr>
          <p:cNvSpPr txBox="1"/>
          <p:nvPr/>
        </p:nvSpPr>
        <p:spPr>
          <a:xfrm>
            <a:off x="1635520" y="1606462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25</a:t>
            </a:r>
            <a:endParaRPr lang="ko-KR" altLang="en-US" sz="900" b="1" dirty="0"/>
          </a:p>
        </p:txBody>
      </p: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31BD7BCC-E7F3-1D34-C923-07392660A94A}"/>
              </a:ext>
            </a:extLst>
          </p:cNvPr>
          <p:cNvGrpSpPr/>
          <p:nvPr/>
        </p:nvGrpSpPr>
        <p:grpSpPr>
          <a:xfrm>
            <a:off x="1635520" y="1052189"/>
            <a:ext cx="5293918" cy="584995"/>
            <a:chOff x="1635520" y="1052189"/>
            <a:chExt cx="5293918" cy="584995"/>
          </a:xfrm>
        </p:grpSpPr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58FC281F-3EA9-1BB3-BC85-4FDF61C91E58}"/>
                </a:ext>
              </a:extLst>
            </p:cNvPr>
            <p:cNvSpPr/>
            <p:nvPr/>
          </p:nvSpPr>
          <p:spPr>
            <a:xfrm>
              <a:off x="1670050" y="1435099"/>
              <a:ext cx="5259388" cy="17303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119B3F67-0967-3218-954C-2638AC4F545D}"/>
                </a:ext>
              </a:extLst>
            </p:cNvPr>
            <p:cNvSpPr/>
            <p:nvPr/>
          </p:nvSpPr>
          <p:spPr>
            <a:xfrm>
              <a:off x="1670050" y="1262061"/>
              <a:ext cx="5259388" cy="17303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31CDB57-A103-2429-AB27-046331CE01F8}"/>
                </a:ext>
              </a:extLst>
            </p:cNvPr>
            <p:cNvSpPr txBox="1"/>
            <p:nvPr/>
          </p:nvSpPr>
          <p:spPr>
            <a:xfrm>
              <a:off x="4271962" y="1052189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340</a:t>
              </a:r>
              <a:endParaRPr lang="ko-KR" altLang="en-US" sz="900" b="1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B214311-6954-3D7D-8B74-3653164089D7}"/>
                </a:ext>
              </a:extLst>
            </p:cNvPr>
            <p:cNvSpPr txBox="1"/>
            <p:nvPr/>
          </p:nvSpPr>
          <p:spPr>
            <a:xfrm>
              <a:off x="1635520" y="140635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16</a:t>
              </a:r>
              <a:endParaRPr lang="ko-KR" altLang="en-US" sz="900" b="1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C75B7B0-53E9-9BC9-3B5B-BFA67B9ED6EE}"/>
                </a:ext>
              </a:extLst>
            </p:cNvPr>
            <p:cNvSpPr txBox="1"/>
            <p:nvPr/>
          </p:nvSpPr>
          <p:spPr>
            <a:xfrm>
              <a:off x="1635520" y="123243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16</a:t>
              </a:r>
              <a:endParaRPr lang="ko-KR" altLang="en-US" sz="900" b="1" dirty="0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E4FB4F52-E70D-A8C4-8F99-25A0BD218B91}"/>
              </a:ext>
            </a:extLst>
          </p:cNvPr>
          <p:cNvGrpSpPr/>
          <p:nvPr/>
        </p:nvGrpSpPr>
        <p:grpSpPr>
          <a:xfrm>
            <a:off x="4605733" y="1586509"/>
            <a:ext cx="1641080" cy="1116060"/>
            <a:chOff x="4605733" y="1586509"/>
            <a:chExt cx="1641080" cy="1116060"/>
          </a:xfrm>
        </p:grpSpPr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5304C7F-FC33-8B40-2AE2-F7540C297B51}"/>
                </a:ext>
              </a:extLst>
            </p:cNvPr>
            <p:cNvSpPr/>
            <p:nvPr/>
          </p:nvSpPr>
          <p:spPr>
            <a:xfrm>
              <a:off x="4676775" y="1788317"/>
              <a:ext cx="1570038" cy="17303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CAB3CE5A-358A-93C4-5D2D-17DA1E24F5FB}"/>
                </a:ext>
              </a:extLst>
            </p:cNvPr>
            <p:cNvSpPr/>
            <p:nvPr/>
          </p:nvSpPr>
          <p:spPr>
            <a:xfrm>
              <a:off x="4676775" y="1961355"/>
              <a:ext cx="1570038" cy="17303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0D7EBA6C-3BF5-2582-1891-AF6811196D88}"/>
                </a:ext>
              </a:extLst>
            </p:cNvPr>
            <p:cNvSpPr/>
            <p:nvPr/>
          </p:nvSpPr>
          <p:spPr>
            <a:xfrm>
              <a:off x="4676775" y="2125661"/>
              <a:ext cx="1570038" cy="17303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E4F37158-0C28-BDDB-B567-1D0462135CA4}"/>
                </a:ext>
              </a:extLst>
            </p:cNvPr>
            <p:cNvSpPr/>
            <p:nvPr/>
          </p:nvSpPr>
          <p:spPr>
            <a:xfrm>
              <a:off x="4676775" y="2298699"/>
              <a:ext cx="1570038" cy="17303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579FC73-C832-873D-5D2F-EF97B0F66664}"/>
                </a:ext>
              </a:extLst>
            </p:cNvPr>
            <p:cNvSpPr/>
            <p:nvPr/>
          </p:nvSpPr>
          <p:spPr>
            <a:xfrm>
              <a:off x="4676775" y="1615279"/>
              <a:ext cx="1570038" cy="17303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FC1D012-AD5A-D2DB-E36A-EC5986639F20}"/>
                </a:ext>
              </a:extLst>
            </p:cNvPr>
            <p:cNvSpPr txBox="1"/>
            <p:nvPr/>
          </p:nvSpPr>
          <p:spPr>
            <a:xfrm>
              <a:off x="5259387" y="247173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230</a:t>
              </a:r>
              <a:endParaRPr lang="ko-KR" altLang="en-US" sz="900" b="1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0FBBD4D-7ABD-8027-6E50-4D7666E59BC3}"/>
                </a:ext>
              </a:extLst>
            </p:cNvPr>
            <p:cNvSpPr txBox="1"/>
            <p:nvPr/>
          </p:nvSpPr>
          <p:spPr>
            <a:xfrm>
              <a:off x="4605733" y="225954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16</a:t>
              </a:r>
              <a:endParaRPr lang="ko-KR" altLang="en-US" sz="900" b="1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E10BC56-255C-039C-0DE9-30FB25235DB9}"/>
                </a:ext>
              </a:extLst>
            </p:cNvPr>
            <p:cNvSpPr txBox="1"/>
            <p:nvPr/>
          </p:nvSpPr>
          <p:spPr>
            <a:xfrm>
              <a:off x="4605733" y="2082799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16</a:t>
              </a:r>
              <a:endParaRPr lang="ko-KR" altLang="en-US" sz="900" b="1" dirty="0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35B5790-33CC-8E28-91C1-0A9686BD5207}"/>
                </a:ext>
              </a:extLst>
            </p:cNvPr>
            <p:cNvSpPr txBox="1"/>
            <p:nvPr/>
          </p:nvSpPr>
          <p:spPr>
            <a:xfrm>
              <a:off x="4605733" y="192499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16</a:t>
              </a:r>
              <a:endParaRPr lang="ko-KR" altLang="en-US" sz="900" b="1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6E3FF723-1F55-3A87-B0DC-6DD589315E77}"/>
                </a:ext>
              </a:extLst>
            </p:cNvPr>
            <p:cNvSpPr txBox="1"/>
            <p:nvPr/>
          </p:nvSpPr>
          <p:spPr>
            <a:xfrm>
              <a:off x="4605733" y="175131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16</a:t>
              </a:r>
              <a:endParaRPr lang="ko-KR" altLang="en-US" sz="900" b="1" dirty="0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1C0C72A8-E75C-6B20-75AC-92D0371E2B54}"/>
                </a:ext>
              </a:extLst>
            </p:cNvPr>
            <p:cNvSpPr txBox="1"/>
            <p:nvPr/>
          </p:nvSpPr>
          <p:spPr>
            <a:xfrm>
              <a:off x="4605733" y="1586509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16</a:t>
              </a:r>
              <a:endParaRPr lang="ko-KR" altLang="en-US" sz="900" b="1" dirty="0"/>
            </a:p>
          </p:txBody>
        </p: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70B65C17-066B-0654-B2CE-67A716951869}"/>
              </a:ext>
            </a:extLst>
          </p:cNvPr>
          <p:cNvGrpSpPr/>
          <p:nvPr/>
        </p:nvGrpSpPr>
        <p:grpSpPr>
          <a:xfrm>
            <a:off x="6175772" y="1763514"/>
            <a:ext cx="1471216" cy="939055"/>
            <a:chOff x="6175772" y="1763514"/>
            <a:chExt cx="1471216" cy="939055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795134C3-A3A3-7769-4019-E26B19978A05}"/>
                </a:ext>
              </a:extLst>
            </p:cNvPr>
            <p:cNvSpPr/>
            <p:nvPr/>
          </p:nvSpPr>
          <p:spPr>
            <a:xfrm>
              <a:off x="6246813" y="1788317"/>
              <a:ext cx="1400175" cy="17303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0631280C-95FB-15BC-7A06-D309BB9AB81D}"/>
                </a:ext>
              </a:extLst>
            </p:cNvPr>
            <p:cNvSpPr/>
            <p:nvPr/>
          </p:nvSpPr>
          <p:spPr>
            <a:xfrm>
              <a:off x="6246813" y="1961355"/>
              <a:ext cx="1400175" cy="17303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092EE9C5-B74F-DEF6-2837-9B1071F2CBF1}"/>
                </a:ext>
              </a:extLst>
            </p:cNvPr>
            <p:cNvSpPr/>
            <p:nvPr/>
          </p:nvSpPr>
          <p:spPr>
            <a:xfrm>
              <a:off x="6246813" y="2125661"/>
              <a:ext cx="1400175" cy="17303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6001743B-1B77-D73C-928B-51210C2B5797}"/>
                </a:ext>
              </a:extLst>
            </p:cNvPr>
            <p:cNvSpPr/>
            <p:nvPr/>
          </p:nvSpPr>
          <p:spPr>
            <a:xfrm>
              <a:off x="6246813" y="2298699"/>
              <a:ext cx="1400175" cy="17303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0E2A494-3D92-0F2E-2304-E98CE174838D}"/>
                </a:ext>
              </a:extLst>
            </p:cNvPr>
            <p:cNvSpPr txBox="1"/>
            <p:nvPr/>
          </p:nvSpPr>
          <p:spPr>
            <a:xfrm>
              <a:off x="6744493" y="247173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190</a:t>
              </a:r>
              <a:endParaRPr lang="ko-KR" altLang="en-US" sz="900" b="1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0AF9D2C-1B59-5701-3EA5-9F2DDDAD6A05}"/>
                </a:ext>
              </a:extLst>
            </p:cNvPr>
            <p:cNvSpPr txBox="1"/>
            <p:nvPr/>
          </p:nvSpPr>
          <p:spPr>
            <a:xfrm>
              <a:off x="6175772" y="176351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16</a:t>
              </a:r>
              <a:endParaRPr lang="ko-KR" altLang="en-US" sz="9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9CD45609-B7A1-7B4D-45BD-5853027F150C}"/>
                </a:ext>
              </a:extLst>
            </p:cNvPr>
            <p:cNvSpPr txBox="1"/>
            <p:nvPr/>
          </p:nvSpPr>
          <p:spPr>
            <a:xfrm>
              <a:off x="6175772" y="192499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16</a:t>
              </a:r>
              <a:endParaRPr lang="ko-KR" altLang="en-US" sz="9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3FAF9DF-0AB2-E5B8-4AFF-6CB13D1E65FC}"/>
                </a:ext>
              </a:extLst>
            </p:cNvPr>
            <p:cNvSpPr txBox="1"/>
            <p:nvPr/>
          </p:nvSpPr>
          <p:spPr>
            <a:xfrm>
              <a:off x="6175772" y="208691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16</a:t>
              </a:r>
              <a:endParaRPr lang="ko-KR" altLang="en-US" sz="9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F22B47E-A7CC-6727-404C-9FB758989831}"/>
                </a:ext>
              </a:extLst>
            </p:cNvPr>
            <p:cNvSpPr txBox="1"/>
            <p:nvPr/>
          </p:nvSpPr>
          <p:spPr>
            <a:xfrm>
              <a:off x="6175772" y="226154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16</a:t>
              </a:r>
              <a:endParaRPr lang="ko-KR" altLang="en-US" sz="900" b="1" dirty="0"/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CA8ED0E2-41D1-3EE3-49BC-2A572BA56291}"/>
              </a:ext>
            </a:extLst>
          </p:cNvPr>
          <p:cNvGrpSpPr/>
          <p:nvPr/>
        </p:nvGrpSpPr>
        <p:grpSpPr>
          <a:xfrm>
            <a:off x="3245047" y="1606462"/>
            <a:ext cx="1431728" cy="1096107"/>
            <a:chOff x="3245047" y="1606462"/>
            <a:chExt cx="1431728" cy="1096107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4EA9B592-BEA3-49EF-BCE5-EB15F2901A81}"/>
                </a:ext>
              </a:extLst>
            </p:cNvPr>
            <p:cNvSpPr/>
            <p:nvPr/>
          </p:nvSpPr>
          <p:spPr>
            <a:xfrm>
              <a:off x="3276600" y="1608137"/>
              <a:ext cx="1400175" cy="21590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9655F019-C1AD-099F-5E66-3554FE765CE7}"/>
                </a:ext>
              </a:extLst>
            </p:cNvPr>
            <p:cNvSpPr/>
            <p:nvPr/>
          </p:nvSpPr>
          <p:spPr>
            <a:xfrm>
              <a:off x="3276600" y="1824037"/>
              <a:ext cx="1400175" cy="21590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B58C077D-5FEA-1FC1-64E1-DF859D3CBCB2}"/>
                </a:ext>
              </a:extLst>
            </p:cNvPr>
            <p:cNvSpPr/>
            <p:nvPr/>
          </p:nvSpPr>
          <p:spPr>
            <a:xfrm>
              <a:off x="3276600" y="2039937"/>
              <a:ext cx="1400175" cy="21590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632DBF23-9813-4516-85B5-497ABEB1D0F1}"/>
                </a:ext>
              </a:extLst>
            </p:cNvPr>
            <p:cNvSpPr/>
            <p:nvPr/>
          </p:nvSpPr>
          <p:spPr>
            <a:xfrm>
              <a:off x="3276600" y="2255837"/>
              <a:ext cx="1400175" cy="21590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6A819919-B144-80E9-38FF-3B022B72F1D1}"/>
                </a:ext>
              </a:extLst>
            </p:cNvPr>
            <p:cNvSpPr txBox="1"/>
            <p:nvPr/>
          </p:nvSpPr>
          <p:spPr>
            <a:xfrm>
              <a:off x="3774281" y="247173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190</a:t>
              </a:r>
              <a:endParaRPr lang="ko-KR" altLang="en-US" sz="900" b="1" dirty="0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D3FA57A-56C1-B9EF-1C8E-D3D9C060AA66}"/>
                </a:ext>
              </a:extLst>
            </p:cNvPr>
            <p:cNvSpPr txBox="1"/>
            <p:nvPr/>
          </p:nvSpPr>
          <p:spPr>
            <a:xfrm>
              <a:off x="3245047" y="225583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25</a:t>
              </a:r>
              <a:endParaRPr lang="ko-KR" altLang="en-US" sz="900" b="1" dirty="0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3120D652-29F2-5909-92E0-625F34E15F98}"/>
                </a:ext>
              </a:extLst>
            </p:cNvPr>
            <p:cNvSpPr txBox="1"/>
            <p:nvPr/>
          </p:nvSpPr>
          <p:spPr>
            <a:xfrm>
              <a:off x="3245047" y="203247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25</a:t>
              </a:r>
              <a:endParaRPr lang="ko-KR" altLang="en-US" sz="900" b="1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427EA5E-5C13-1B06-C6B9-0CED2111D0E3}"/>
                </a:ext>
              </a:extLst>
            </p:cNvPr>
            <p:cNvSpPr txBox="1"/>
            <p:nvPr/>
          </p:nvSpPr>
          <p:spPr>
            <a:xfrm>
              <a:off x="3245047" y="18229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25</a:t>
              </a:r>
              <a:endParaRPr lang="ko-KR" altLang="en-US" sz="900" b="1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5E3ACFEE-F871-2447-74A3-AA9D8E9C4EAC}"/>
                </a:ext>
              </a:extLst>
            </p:cNvPr>
            <p:cNvSpPr txBox="1"/>
            <p:nvPr/>
          </p:nvSpPr>
          <p:spPr>
            <a:xfrm>
              <a:off x="3245047" y="160646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25</a:t>
              </a:r>
              <a:endParaRPr lang="ko-KR" altLang="en-US" sz="900" b="1" dirty="0"/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266D6C55-1D86-A2B0-789B-4B74E7773F1E}"/>
              </a:ext>
            </a:extLst>
          </p:cNvPr>
          <p:cNvSpPr txBox="1"/>
          <p:nvPr/>
        </p:nvSpPr>
        <p:spPr>
          <a:xfrm>
            <a:off x="542924" y="709288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PS101</a:t>
            </a:r>
            <a:r>
              <a:rPr lang="ko-KR" altLang="en-US" sz="1200" b="1" dirty="0"/>
              <a:t> 롤 재단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A9B978C-AED7-51E5-1862-0AB6CBA65EF6}"/>
              </a:ext>
            </a:extLst>
          </p:cNvPr>
          <p:cNvSpPr txBox="1"/>
          <p:nvPr/>
        </p:nvSpPr>
        <p:spPr>
          <a:xfrm>
            <a:off x="1092596" y="1720533"/>
            <a:ext cx="487363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116</a:t>
            </a:r>
            <a:endParaRPr lang="ko-KR" altLang="en-US" sz="1100" b="1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4F1A32A-0B90-AD88-80DF-04CAFDA597A2}"/>
              </a:ext>
            </a:extLst>
          </p:cNvPr>
          <p:cNvSpPr txBox="1"/>
          <p:nvPr/>
        </p:nvSpPr>
        <p:spPr>
          <a:xfrm>
            <a:off x="4474368" y="2715567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850</a:t>
            </a:r>
            <a:endParaRPr lang="ko-KR" altLang="en-US" sz="1100" b="1" dirty="0"/>
          </a:p>
        </p:txBody>
      </p:sp>
    </p:spTree>
    <p:extLst>
      <p:ext uri="{BB962C8B-B14F-4D97-AF65-F5344CB8AC3E}">
        <p14:creationId xmlns:p14="http://schemas.microsoft.com/office/powerpoint/2010/main" val="39620177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713</TotalTime>
  <Words>148</Words>
  <Application>Microsoft Office PowerPoint</Application>
  <PresentationFormat>와이드스크린</PresentationFormat>
  <Paragraphs>102</Paragraphs>
  <Slides>3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3337</dc:creator>
  <cp:lastModifiedBy>3337</cp:lastModifiedBy>
  <cp:revision>33</cp:revision>
  <dcterms:created xsi:type="dcterms:W3CDTF">2024-10-22T17:10:04Z</dcterms:created>
  <dcterms:modified xsi:type="dcterms:W3CDTF">2026-01-10T01:19:14Z</dcterms:modified>
</cp:coreProperties>
</file>